
<file path=[Content_Types].xml><?xml version="1.0" encoding="utf-8"?>
<Types xmlns="http://schemas.openxmlformats.org/package/2006/content-types">
  <Default Extension="fntdata" ContentType="application/x-fontdata"/>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15"/>
  </p:notesMasterIdLst>
  <p:sldIdLst>
    <p:sldId id="256" r:id="rId2"/>
    <p:sldId id="258" r:id="rId3"/>
    <p:sldId id="260" r:id="rId4"/>
    <p:sldId id="261" r:id="rId5"/>
    <p:sldId id="264" r:id="rId6"/>
    <p:sldId id="263" r:id="rId7"/>
    <p:sldId id="273" r:id="rId8"/>
    <p:sldId id="270" r:id="rId9"/>
    <p:sldId id="274" r:id="rId10"/>
    <p:sldId id="271" r:id="rId11"/>
    <p:sldId id="275" r:id="rId12"/>
    <p:sldId id="272" r:id="rId13"/>
    <p:sldId id="276" r:id="rId14"/>
  </p:sldIdLst>
  <p:sldSz cx="9144000" cy="5143500" type="screen16x9"/>
  <p:notesSz cx="6858000" cy="9144000"/>
  <p:embeddedFontLst>
    <p:embeddedFont>
      <p:font typeface="DM Sans" pitchFamily="2" charset="0"/>
      <p:regular r:id="rId16"/>
      <p:bold r:id="rId17"/>
      <p:italic r:id="rId18"/>
      <p:boldItalic r:id="rId19"/>
    </p:embeddedFont>
    <p:embeddedFont>
      <p:font typeface="Funnel Sans" panose="020B0604020202020204" charset="0"/>
      <p:regular r:id="rId20"/>
      <p:bold r:id="rId21"/>
      <p:italic r:id="rId22"/>
      <p:boldItalic r:id="rId23"/>
    </p:embeddedFont>
    <p:embeddedFont>
      <p:font typeface="Funnel Sans Light" panose="020B0604020202020204" charset="0"/>
      <p:regular r:id="rId24"/>
      <p:bold r:id="rId25"/>
      <p:italic r:id="rId26"/>
      <p:boldItalic r:id="rId27"/>
    </p:embeddedFont>
    <p:embeddedFont>
      <p:font typeface="Lato" panose="020F0502020204030203" pitchFamily="34" charset="0"/>
      <p:regular r:id="rId28"/>
      <p:bold r:id="rId29"/>
      <p:italic r:id="rId30"/>
      <p:boldItalic r:id="rId31"/>
    </p:embeddedFont>
    <p:embeddedFont>
      <p:font typeface="Manrope" panose="020B0604020202020204" charset="0"/>
      <p:regular r:id="rId32"/>
      <p:bold r:id="rId33"/>
    </p:embeddedFont>
    <p:embeddedFont>
      <p:font typeface="Open Sans" panose="020B0606030504020204" pitchFamily="34" charset="0"/>
      <p:regular r:id="rId34"/>
      <p:bold r:id="rId35"/>
      <p:italic r:id="rId36"/>
      <p:boldItalic r:id="rId37"/>
    </p:embeddedFont>
    <p:embeddedFont>
      <p:font typeface="Raleway" pitchFamily="2" charset="0"/>
      <p:regular r:id="rId38"/>
      <p:bold r:id="rId39"/>
      <p:italic r:id="rId40"/>
      <p:boldItalic r:id="rId41"/>
    </p:embeddedFont>
    <p:embeddedFont>
      <p:font typeface="Roboto Condensed Light" panose="02000000000000000000" pitchFamily="2" charset="0"/>
      <p:regular r:id="rId42"/>
      <p: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A7F0AC5-59CC-4B7C-A69A-4C3B456887B3}">
  <a:tblStyle styleId="{6A7F0AC5-59CC-4B7C-A69A-4C3B456887B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9" Type="http://schemas.openxmlformats.org/officeDocument/2006/relationships/font" Target="fonts/font24.fntdata"/><Relationship Id="rId21" Type="http://schemas.openxmlformats.org/officeDocument/2006/relationships/font" Target="fonts/font6.fntdata"/><Relationship Id="rId34" Type="http://schemas.openxmlformats.org/officeDocument/2006/relationships/font" Target="fonts/font19.fntdata"/><Relationship Id="rId42" Type="http://schemas.openxmlformats.org/officeDocument/2006/relationships/font" Target="fonts/font27.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font" Target="fonts/font1.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font" Target="fonts/font17.fntdata"/><Relationship Id="rId37" Type="http://schemas.openxmlformats.org/officeDocument/2006/relationships/font" Target="fonts/font22.fntdata"/><Relationship Id="rId40" Type="http://schemas.openxmlformats.org/officeDocument/2006/relationships/font" Target="fonts/font25.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36" Type="http://schemas.openxmlformats.org/officeDocument/2006/relationships/font" Target="fonts/font21.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font" Target="fonts/font16.fntdata"/><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35" Type="http://schemas.openxmlformats.org/officeDocument/2006/relationships/font" Target="fonts/font20.fntdata"/><Relationship Id="rId43" Type="http://schemas.openxmlformats.org/officeDocument/2006/relationships/font" Target="fonts/font28.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font" Target="fonts/font18.fntdata"/><Relationship Id="rId38" Type="http://schemas.openxmlformats.org/officeDocument/2006/relationships/font" Target="fonts/font23.fntdata"/><Relationship Id="rId46" Type="http://schemas.openxmlformats.org/officeDocument/2006/relationships/theme" Target="theme/theme1.xml"/><Relationship Id="rId20" Type="http://schemas.openxmlformats.org/officeDocument/2006/relationships/font" Target="fonts/font5.fntdata"/><Relationship Id="rId41" Type="http://schemas.openxmlformats.org/officeDocument/2006/relationships/font" Target="fonts/font2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d1bf8d60a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d1bf8d60a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0f41e19245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0f41e19245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d1bf8d60a4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d1bf8d60a4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d1bf8d60a4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d1bf8d60a4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gd1bf8d60a4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8" name="Google Shape;278;gd1bf8d60a4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189775" y="2574050"/>
            <a:ext cx="4494000" cy="14961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200">
                <a:latin typeface="Manrope"/>
                <a:ea typeface="Manrope"/>
                <a:cs typeface="Manrope"/>
                <a:sym typeface="Manrope"/>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189775" y="4320186"/>
            <a:ext cx="5799900" cy="475800"/>
          </a:xfrm>
          <a:prstGeom prst="rect">
            <a:avLst/>
          </a:prstGeom>
          <a:effectLst>
            <a:outerShdw blurRad="57150" dist="19050" dir="5400000" algn="bl" rotWithShape="0">
              <a:srgbClr val="000000">
                <a:alpha val="50000"/>
              </a:srgbClr>
            </a:outerShdw>
          </a:effectLst>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600">
                <a:latin typeface="Funnel Sans Light"/>
                <a:ea typeface="Funnel Sans Light"/>
                <a:cs typeface="Funnel Sans Light"/>
                <a:sym typeface="Funnel Sans Light"/>
              </a:defRPr>
            </a:lvl1pPr>
            <a:lvl2pPr lvl="1" algn="ctr">
              <a:lnSpc>
                <a:spcPct val="115000"/>
              </a:lnSpc>
              <a:spcBef>
                <a:spcPts val="0"/>
              </a:spcBef>
              <a:spcAft>
                <a:spcPts val="0"/>
              </a:spcAft>
              <a:buSzPts val="1800"/>
              <a:buNone/>
              <a:defRPr sz="1800"/>
            </a:lvl2pPr>
            <a:lvl3pPr lvl="2" algn="ctr">
              <a:lnSpc>
                <a:spcPct val="115000"/>
              </a:lnSpc>
              <a:spcBef>
                <a:spcPts val="0"/>
              </a:spcBef>
              <a:spcAft>
                <a:spcPts val="0"/>
              </a:spcAft>
              <a:buSzPts val="1800"/>
              <a:buNone/>
              <a:defRPr sz="1800"/>
            </a:lvl3pPr>
            <a:lvl4pPr lvl="3" algn="ctr">
              <a:lnSpc>
                <a:spcPct val="115000"/>
              </a:lnSpc>
              <a:spcBef>
                <a:spcPts val="0"/>
              </a:spcBef>
              <a:spcAft>
                <a:spcPts val="0"/>
              </a:spcAft>
              <a:buSzPts val="1800"/>
              <a:buNone/>
              <a:defRPr sz="1800"/>
            </a:lvl4pPr>
            <a:lvl5pPr lvl="4" algn="ctr">
              <a:lnSpc>
                <a:spcPct val="115000"/>
              </a:lnSpc>
              <a:spcBef>
                <a:spcPts val="0"/>
              </a:spcBef>
              <a:spcAft>
                <a:spcPts val="0"/>
              </a:spcAft>
              <a:buSzPts val="1800"/>
              <a:buNone/>
              <a:defRPr sz="1800"/>
            </a:lvl5pPr>
            <a:lvl6pPr lvl="5" algn="ctr">
              <a:lnSpc>
                <a:spcPct val="115000"/>
              </a:lnSpc>
              <a:spcBef>
                <a:spcPts val="0"/>
              </a:spcBef>
              <a:spcAft>
                <a:spcPts val="0"/>
              </a:spcAft>
              <a:buSzPts val="1800"/>
              <a:buNone/>
              <a:defRPr sz="1800"/>
            </a:lvl6pPr>
            <a:lvl7pPr lvl="6" algn="ctr">
              <a:lnSpc>
                <a:spcPct val="115000"/>
              </a:lnSpc>
              <a:spcBef>
                <a:spcPts val="0"/>
              </a:spcBef>
              <a:spcAft>
                <a:spcPts val="0"/>
              </a:spcAft>
              <a:buSzPts val="1800"/>
              <a:buNone/>
              <a:defRPr sz="1800"/>
            </a:lvl7pPr>
            <a:lvl8pPr lvl="7" algn="ctr">
              <a:lnSpc>
                <a:spcPct val="115000"/>
              </a:lnSpc>
              <a:spcBef>
                <a:spcPts val="0"/>
              </a:spcBef>
              <a:spcAft>
                <a:spcPts val="0"/>
              </a:spcAft>
              <a:buSzPts val="1800"/>
              <a:buNone/>
              <a:defRPr sz="1800"/>
            </a:lvl8pPr>
            <a:lvl9pPr lvl="8" algn="ctr">
              <a:lnSpc>
                <a:spcPct val="115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720000" y="2286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a:lvl1pPr>
            <a:lvl2pPr lvl="1" algn="ctr" rtl="0">
              <a:spcBef>
                <a:spcPts val="0"/>
              </a:spcBef>
              <a:spcAft>
                <a:spcPts val="0"/>
              </a:spcAft>
              <a:buSzPts val="2700"/>
              <a:buNone/>
              <a:defRPr/>
            </a:lvl2pPr>
            <a:lvl3pPr lvl="2" algn="ctr" rtl="0">
              <a:spcBef>
                <a:spcPts val="0"/>
              </a:spcBef>
              <a:spcAft>
                <a:spcPts val="0"/>
              </a:spcAft>
              <a:buSzPts val="2700"/>
              <a:buNone/>
              <a:defRPr/>
            </a:lvl3pPr>
            <a:lvl4pPr lvl="3" algn="ctr" rtl="0">
              <a:spcBef>
                <a:spcPts val="0"/>
              </a:spcBef>
              <a:spcAft>
                <a:spcPts val="0"/>
              </a:spcAft>
              <a:buSzPts val="2700"/>
              <a:buNone/>
              <a:defRPr/>
            </a:lvl4pPr>
            <a:lvl5pPr lvl="4" algn="ctr" rtl="0">
              <a:spcBef>
                <a:spcPts val="0"/>
              </a:spcBef>
              <a:spcAft>
                <a:spcPts val="0"/>
              </a:spcAft>
              <a:buSzPts val="2700"/>
              <a:buNone/>
              <a:defRPr/>
            </a:lvl5pPr>
            <a:lvl6pPr lvl="5" algn="ctr" rtl="0">
              <a:spcBef>
                <a:spcPts val="0"/>
              </a:spcBef>
              <a:spcAft>
                <a:spcPts val="0"/>
              </a:spcAft>
              <a:buSzPts val="2700"/>
              <a:buNone/>
              <a:defRPr/>
            </a:lvl6pPr>
            <a:lvl7pPr lvl="6" algn="ctr" rtl="0">
              <a:spcBef>
                <a:spcPts val="0"/>
              </a:spcBef>
              <a:spcAft>
                <a:spcPts val="0"/>
              </a:spcAft>
              <a:buSzPts val="2700"/>
              <a:buNone/>
              <a:defRPr/>
            </a:lvl7pPr>
            <a:lvl8pPr lvl="7" algn="ctr" rtl="0">
              <a:spcBef>
                <a:spcPts val="0"/>
              </a:spcBef>
              <a:spcAft>
                <a:spcPts val="0"/>
              </a:spcAft>
              <a:buSzPts val="2700"/>
              <a:buNone/>
              <a:defRPr/>
            </a:lvl8pPr>
            <a:lvl9pPr lvl="8" algn="ctr" rtl="0">
              <a:spcBef>
                <a:spcPts val="0"/>
              </a:spcBef>
              <a:spcAft>
                <a:spcPts val="0"/>
              </a:spcAft>
              <a:buSzPts val="2700"/>
              <a:buNone/>
              <a:defRPr/>
            </a:lvl9pPr>
          </a:lstStyle>
          <a:p>
            <a:endParaRPr/>
          </a:p>
        </p:txBody>
      </p:sp>
      <p:sp>
        <p:nvSpPr>
          <p:cNvPr id="17" name="Google Shape;17;p4"/>
          <p:cNvSpPr txBox="1">
            <a:spLocks noGrp="1"/>
          </p:cNvSpPr>
          <p:nvPr>
            <p:ph type="body" idx="1"/>
          </p:nvPr>
        </p:nvSpPr>
        <p:spPr>
          <a:xfrm>
            <a:off x="720000" y="999327"/>
            <a:ext cx="7704000" cy="3416400"/>
          </a:xfrm>
          <a:prstGeom prst="rect">
            <a:avLst/>
          </a:prstGeom>
        </p:spPr>
        <p:txBody>
          <a:bodyPr spcFirstLastPara="1" wrap="square" lIns="91425" tIns="91425" rIns="91425" bIns="91425" anchor="t" anchorCtr="0">
            <a:noAutofit/>
          </a:bodyPr>
          <a:lstStyle>
            <a:lvl1pPr marL="457200" lvl="0" indent="-317500" rtl="0">
              <a:lnSpc>
                <a:spcPct val="115000"/>
              </a:lnSpc>
              <a:spcBef>
                <a:spcPts val="0"/>
              </a:spcBef>
              <a:spcAft>
                <a:spcPts val="0"/>
              </a:spcAft>
              <a:buSzPts val="1400"/>
              <a:buAutoNum type="arabicPeriod"/>
              <a:defRPr/>
            </a:lvl1pPr>
            <a:lvl2pPr marL="914400" lvl="1" indent="-317500" rtl="0">
              <a:lnSpc>
                <a:spcPct val="115000"/>
              </a:lnSpc>
              <a:spcBef>
                <a:spcPts val="0"/>
              </a:spcBef>
              <a:spcAft>
                <a:spcPts val="0"/>
              </a:spcAft>
              <a:buSzPts val="1400"/>
              <a:buFont typeface="Roboto Condensed Light"/>
              <a:buAutoNum type="alphaLcPeriod"/>
              <a:defRPr/>
            </a:lvl2pPr>
            <a:lvl3pPr marL="1371600" lvl="2" indent="-317500" rtl="0">
              <a:lnSpc>
                <a:spcPct val="115000"/>
              </a:lnSpc>
              <a:spcBef>
                <a:spcPts val="0"/>
              </a:spcBef>
              <a:spcAft>
                <a:spcPts val="0"/>
              </a:spcAft>
              <a:buSzPts val="1400"/>
              <a:buFont typeface="Roboto Condensed Light"/>
              <a:buAutoNum type="romanLcPeriod"/>
              <a:defRPr/>
            </a:lvl3pPr>
            <a:lvl4pPr marL="1828800" lvl="3" indent="-317500" rtl="0">
              <a:lnSpc>
                <a:spcPct val="115000"/>
              </a:lnSpc>
              <a:spcBef>
                <a:spcPts val="0"/>
              </a:spcBef>
              <a:spcAft>
                <a:spcPts val="0"/>
              </a:spcAft>
              <a:buSzPts val="1400"/>
              <a:buFont typeface="Roboto Condensed Light"/>
              <a:buAutoNum type="arabicPeriod"/>
              <a:defRPr/>
            </a:lvl4pPr>
            <a:lvl5pPr marL="2286000" lvl="4" indent="-317500" rtl="0">
              <a:lnSpc>
                <a:spcPct val="115000"/>
              </a:lnSpc>
              <a:spcBef>
                <a:spcPts val="0"/>
              </a:spcBef>
              <a:spcAft>
                <a:spcPts val="0"/>
              </a:spcAft>
              <a:buSzPts val="1400"/>
              <a:buFont typeface="Roboto Condensed Light"/>
              <a:buAutoNum type="alphaLcPeriod"/>
              <a:defRPr/>
            </a:lvl5pPr>
            <a:lvl6pPr marL="2743200" lvl="5" indent="-317500" rtl="0">
              <a:lnSpc>
                <a:spcPct val="115000"/>
              </a:lnSpc>
              <a:spcBef>
                <a:spcPts val="0"/>
              </a:spcBef>
              <a:spcAft>
                <a:spcPts val="0"/>
              </a:spcAft>
              <a:buSzPts val="1400"/>
              <a:buFont typeface="Roboto Condensed Light"/>
              <a:buAutoNum type="romanLcPeriod"/>
              <a:defRPr/>
            </a:lvl6pPr>
            <a:lvl7pPr marL="3200400" lvl="6" indent="-317500" rtl="0">
              <a:lnSpc>
                <a:spcPct val="115000"/>
              </a:lnSpc>
              <a:spcBef>
                <a:spcPts val="0"/>
              </a:spcBef>
              <a:spcAft>
                <a:spcPts val="0"/>
              </a:spcAft>
              <a:buSzPts val="1400"/>
              <a:buFont typeface="Roboto Condensed Light"/>
              <a:buAutoNum type="arabicPeriod"/>
              <a:defRPr/>
            </a:lvl7pPr>
            <a:lvl8pPr marL="3657600" lvl="7" indent="-317500" rtl="0">
              <a:lnSpc>
                <a:spcPct val="115000"/>
              </a:lnSpc>
              <a:spcBef>
                <a:spcPts val="0"/>
              </a:spcBef>
              <a:spcAft>
                <a:spcPts val="0"/>
              </a:spcAft>
              <a:buSzPts val="1400"/>
              <a:buFont typeface="Roboto Condensed Light"/>
              <a:buAutoNum type="alphaLcPeriod"/>
              <a:defRPr/>
            </a:lvl8pPr>
            <a:lvl9pPr marL="4114800" lvl="8" indent="-317500" rtl="0">
              <a:lnSpc>
                <a:spcPct val="115000"/>
              </a:lnSpc>
              <a:spcBef>
                <a:spcPts val="0"/>
              </a:spcBef>
              <a:spcAft>
                <a:spcPts val="0"/>
              </a:spcAft>
              <a:buSzPts val="1400"/>
              <a:buFont typeface="Roboto Condensed Light"/>
              <a:buAutoNum type="romanLcPeriod"/>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p:nvPr/>
        </p:nvSpPr>
        <p:spPr>
          <a:xfrm>
            <a:off x="118400" y="146350"/>
            <a:ext cx="8907600" cy="11919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
        <p:nvSpPr>
          <p:cNvPr id="31" name="Google Shape;31;p7"/>
          <p:cNvSpPr txBox="1">
            <a:spLocks noGrp="1"/>
          </p:cNvSpPr>
          <p:nvPr>
            <p:ph type="subTitle" idx="1"/>
          </p:nvPr>
        </p:nvSpPr>
        <p:spPr>
          <a:xfrm>
            <a:off x="2596450" y="1730325"/>
            <a:ext cx="3951000" cy="1211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AutoNum type="arabicPeriod"/>
              <a:defRPr sz="1400"/>
            </a:lvl1pPr>
            <a:lvl2pPr lvl="1" algn="ctr" rtl="0">
              <a:lnSpc>
                <a:spcPct val="115000"/>
              </a:lnSpc>
              <a:spcBef>
                <a:spcPts val="0"/>
              </a:spcBef>
              <a:spcAft>
                <a:spcPts val="0"/>
              </a:spcAft>
              <a:buClr>
                <a:srgbClr val="999999"/>
              </a:buClr>
              <a:buSzPts val="800"/>
              <a:buFont typeface="Open Sans"/>
              <a:buAutoNum type="alphaLcPeriod"/>
              <a:defRPr/>
            </a:lvl2pPr>
            <a:lvl3pPr lvl="2" algn="ctr" rtl="0">
              <a:lnSpc>
                <a:spcPct val="115000"/>
              </a:lnSpc>
              <a:spcBef>
                <a:spcPts val="0"/>
              </a:spcBef>
              <a:spcAft>
                <a:spcPts val="0"/>
              </a:spcAft>
              <a:buClr>
                <a:srgbClr val="999999"/>
              </a:buClr>
              <a:buSzPts val="800"/>
              <a:buFont typeface="Open Sans"/>
              <a:buAutoNum type="romanLcPeriod"/>
              <a:defRPr/>
            </a:lvl3pPr>
            <a:lvl4pPr lvl="3" algn="ctr" rtl="0">
              <a:lnSpc>
                <a:spcPct val="115000"/>
              </a:lnSpc>
              <a:spcBef>
                <a:spcPts val="0"/>
              </a:spcBef>
              <a:spcAft>
                <a:spcPts val="0"/>
              </a:spcAft>
              <a:buClr>
                <a:srgbClr val="999999"/>
              </a:buClr>
              <a:buSzPts val="800"/>
              <a:buFont typeface="Open Sans"/>
              <a:buAutoNum type="arabicPeriod"/>
              <a:defRPr/>
            </a:lvl4pPr>
            <a:lvl5pPr lvl="4" algn="ctr" rtl="0">
              <a:lnSpc>
                <a:spcPct val="115000"/>
              </a:lnSpc>
              <a:spcBef>
                <a:spcPts val="0"/>
              </a:spcBef>
              <a:spcAft>
                <a:spcPts val="0"/>
              </a:spcAft>
              <a:buClr>
                <a:srgbClr val="999999"/>
              </a:buClr>
              <a:buSzPts val="1200"/>
              <a:buFont typeface="Open Sans"/>
              <a:buAutoNum type="alphaLcPeriod"/>
              <a:defRPr/>
            </a:lvl5pPr>
            <a:lvl6pPr lvl="5" algn="ctr" rtl="0">
              <a:lnSpc>
                <a:spcPct val="115000"/>
              </a:lnSpc>
              <a:spcBef>
                <a:spcPts val="0"/>
              </a:spcBef>
              <a:spcAft>
                <a:spcPts val="0"/>
              </a:spcAft>
              <a:buClr>
                <a:srgbClr val="999999"/>
              </a:buClr>
              <a:buSzPts val="1200"/>
              <a:buFont typeface="Open Sans"/>
              <a:buAutoNum type="romanLcPeriod"/>
              <a:defRPr/>
            </a:lvl6pPr>
            <a:lvl7pPr lvl="6" algn="ctr" rtl="0">
              <a:lnSpc>
                <a:spcPct val="115000"/>
              </a:lnSpc>
              <a:spcBef>
                <a:spcPts val="0"/>
              </a:spcBef>
              <a:spcAft>
                <a:spcPts val="0"/>
              </a:spcAft>
              <a:buClr>
                <a:srgbClr val="999999"/>
              </a:buClr>
              <a:buSzPts val="700"/>
              <a:buFont typeface="Open Sans"/>
              <a:buAutoNum type="arabicPeriod"/>
              <a:defRPr/>
            </a:lvl7pPr>
            <a:lvl8pPr lvl="7" algn="ctr" rtl="0">
              <a:lnSpc>
                <a:spcPct val="115000"/>
              </a:lnSpc>
              <a:spcBef>
                <a:spcPts val="0"/>
              </a:spcBef>
              <a:spcAft>
                <a:spcPts val="0"/>
              </a:spcAft>
              <a:buClr>
                <a:srgbClr val="999999"/>
              </a:buClr>
              <a:buSzPts val="700"/>
              <a:buFont typeface="Open Sans"/>
              <a:buAutoNum type="alphaLcPeriod"/>
              <a:defRPr/>
            </a:lvl8pPr>
            <a:lvl9pPr lvl="8" algn="ctr" rtl="0">
              <a:lnSpc>
                <a:spcPct val="115000"/>
              </a:lnSpc>
              <a:spcBef>
                <a:spcPts val="0"/>
              </a:spcBef>
              <a:spcAft>
                <a:spcPts val="0"/>
              </a:spcAft>
              <a:buClr>
                <a:srgbClr val="999999"/>
              </a:buClr>
              <a:buSzPts val="600"/>
              <a:buFont typeface="Open Sans"/>
              <a:buAutoNum type="romanLcPeriod"/>
              <a:defRPr/>
            </a:lvl9pPr>
          </a:lstStyle>
          <a:p>
            <a:endParaRPr/>
          </a:p>
        </p:txBody>
      </p:sp>
      <p:sp>
        <p:nvSpPr>
          <p:cNvPr id="32" name="Google Shape;32;p7"/>
          <p:cNvSpPr txBox="1">
            <a:spLocks noGrp="1"/>
          </p:cNvSpPr>
          <p:nvPr>
            <p:ph type="title"/>
          </p:nvPr>
        </p:nvSpPr>
        <p:spPr>
          <a:xfrm>
            <a:off x="720000" y="458592"/>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a:lvl1pPr>
            <a:lvl2pPr lvl="1" algn="ctr" rtl="0">
              <a:spcBef>
                <a:spcPts val="0"/>
              </a:spcBef>
              <a:spcAft>
                <a:spcPts val="0"/>
              </a:spcAft>
              <a:buSzPts val="2700"/>
              <a:buNone/>
              <a:defRPr/>
            </a:lvl2pPr>
            <a:lvl3pPr lvl="2" algn="ctr" rtl="0">
              <a:spcBef>
                <a:spcPts val="0"/>
              </a:spcBef>
              <a:spcAft>
                <a:spcPts val="0"/>
              </a:spcAft>
              <a:buSzPts val="2700"/>
              <a:buNone/>
              <a:defRPr/>
            </a:lvl3pPr>
            <a:lvl4pPr lvl="3" algn="ctr" rtl="0">
              <a:spcBef>
                <a:spcPts val="0"/>
              </a:spcBef>
              <a:spcAft>
                <a:spcPts val="0"/>
              </a:spcAft>
              <a:buSzPts val="2700"/>
              <a:buNone/>
              <a:defRPr/>
            </a:lvl4pPr>
            <a:lvl5pPr lvl="4" algn="ctr" rtl="0">
              <a:spcBef>
                <a:spcPts val="0"/>
              </a:spcBef>
              <a:spcAft>
                <a:spcPts val="0"/>
              </a:spcAft>
              <a:buSzPts val="2700"/>
              <a:buNone/>
              <a:defRPr/>
            </a:lvl5pPr>
            <a:lvl6pPr lvl="5" algn="ctr" rtl="0">
              <a:spcBef>
                <a:spcPts val="0"/>
              </a:spcBef>
              <a:spcAft>
                <a:spcPts val="0"/>
              </a:spcAft>
              <a:buSzPts val="2700"/>
              <a:buNone/>
              <a:defRPr/>
            </a:lvl6pPr>
            <a:lvl7pPr lvl="6" algn="ctr" rtl="0">
              <a:spcBef>
                <a:spcPts val="0"/>
              </a:spcBef>
              <a:spcAft>
                <a:spcPts val="0"/>
              </a:spcAft>
              <a:buSzPts val="2700"/>
              <a:buNone/>
              <a:defRPr/>
            </a:lvl7pPr>
            <a:lvl8pPr lvl="7" algn="ctr" rtl="0">
              <a:spcBef>
                <a:spcPts val="0"/>
              </a:spcBef>
              <a:spcAft>
                <a:spcPts val="0"/>
              </a:spcAft>
              <a:buSzPts val="2700"/>
              <a:buNone/>
              <a:defRPr/>
            </a:lvl8pPr>
            <a:lvl9pPr lvl="8" algn="ctr" rtl="0">
              <a:spcBef>
                <a:spcPts val="0"/>
              </a:spcBef>
              <a:spcAft>
                <a:spcPts val="0"/>
              </a:spcAft>
              <a:buSzPts val="27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1133425" y="1896325"/>
            <a:ext cx="6877200" cy="12054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txBox="1">
            <a:spLocks noGrp="1"/>
          </p:cNvSpPr>
          <p:nvPr>
            <p:ph type="title"/>
          </p:nvPr>
        </p:nvSpPr>
        <p:spPr>
          <a:xfrm>
            <a:off x="228600" y="601950"/>
            <a:ext cx="4728600" cy="1403400"/>
          </a:xfrm>
          <a:prstGeom prst="rect">
            <a:avLst/>
          </a:prstGeom>
        </p:spPr>
        <p:txBody>
          <a:bodyPr spcFirstLastPara="1" wrap="square" lIns="91425" tIns="91425" rIns="91425" bIns="91425" anchor="b" anchorCtr="0">
            <a:noAutofit/>
          </a:bodyPr>
          <a:lstStyle>
            <a:lvl1pPr lvl="0"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a:endParaRPr/>
          </a:p>
        </p:txBody>
      </p:sp>
      <p:sp>
        <p:nvSpPr>
          <p:cNvPr id="37" name="Google Shape;37;p9"/>
          <p:cNvSpPr txBox="1">
            <a:spLocks noGrp="1"/>
          </p:cNvSpPr>
          <p:nvPr>
            <p:ph type="subTitle" idx="1"/>
          </p:nvPr>
        </p:nvSpPr>
        <p:spPr>
          <a:xfrm>
            <a:off x="228600" y="2313850"/>
            <a:ext cx="4033800" cy="20973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Clr>
                <a:srgbClr val="999999"/>
              </a:buClr>
              <a:buSzPts val="800"/>
              <a:buFont typeface="Open Sans"/>
              <a:buChar char="●"/>
              <a:defRPr/>
            </a:lvl1pPr>
            <a:lvl2pPr lvl="1" algn="ctr" rtl="0">
              <a:lnSpc>
                <a:spcPct val="115000"/>
              </a:lnSpc>
              <a:spcBef>
                <a:spcPts val="0"/>
              </a:spcBef>
              <a:spcAft>
                <a:spcPts val="0"/>
              </a:spcAft>
              <a:buClr>
                <a:srgbClr val="999999"/>
              </a:buClr>
              <a:buSzPts val="800"/>
              <a:buFont typeface="Open Sans"/>
              <a:buChar char="○"/>
              <a:defRPr/>
            </a:lvl2pPr>
            <a:lvl3pPr lvl="2" algn="ctr" rtl="0">
              <a:lnSpc>
                <a:spcPct val="115000"/>
              </a:lnSpc>
              <a:spcBef>
                <a:spcPts val="0"/>
              </a:spcBef>
              <a:spcAft>
                <a:spcPts val="0"/>
              </a:spcAft>
              <a:buClr>
                <a:srgbClr val="999999"/>
              </a:buClr>
              <a:buSzPts val="800"/>
              <a:buFont typeface="Open Sans"/>
              <a:buChar char="■"/>
              <a:defRPr/>
            </a:lvl3pPr>
            <a:lvl4pPr lvl="3" algn="ctr" rtl="0">
              <a:lnSpc>
                <a:spcPct val="115000"/>
              </a:lnSpc>
              <a:spcBef>
                <a:spcPts val="0"/>
              </a:spcBef>
              <a:spcAft>
                <a:spcPts val="0"/>
              </a:spcAft>
              <a:buClr>
                <a:srgbClr val="999999"/>
              </a:buClr>
              <a:buSzPts val="800"/>
              <a:buFont typeface="Open Sans"/>
              <a:buChar char="●"/>
              <a:defRPr/>
            </a:lvl4pPr>
            <a:lvl5pPr lvl="4" algn="ctr" rtl="0">
              <a:lnSpc>
                <a:spcPct val="115000"/>
              </a:lnSpc>
              <a:spcBef>
                <a:spcPts val="0"/>
              </a:spcBef>
              <a:spcAft>
                <a:spcPts val="0"/>
              </a:spcAft>
              <a:buClr>
                <a:srgbClr val="999999"/>
              </a:buClr>
              <a:buSzPts val="1200"/>
              <a:buFont typeface="Open Sans"/>
              <a:buChar char="○"/>
              <a:defRPr/>
            </a:lvl5pPr>
            <a:lvl6pPr lvl="5" algn="ctr" rtl="0">
              <a:lnSpc>
                <a:spcPct val="115000"/>
              </a:lnSpc>
              <a:spcBef>
                <a:spcPts val="0"/>
              </a:spcBef>
              <a:spcAft>
                <a:spcPts val="0"/>
              </a:spcAft>
              <a:buClr>
                <a:srgbClr val="999999"/>
              </a:buClr>
              <a:buSzPts val="1200"/>
              <a:buFont typeface="Open Sans"/>
              <a:buChar char="■"/>
              <a:defRPr/>
            </a:lvl6pPr>
            <a:lvl7pPr lvl="6" algn="ctr" rtl="0">
              <a:lnSpc>
                <a:spcPct val="115000"/>
              </a:lnSpc>
              <a:spcBef>
                <a:spcPts val="0"/>
              </a:spcBef>
              <a:spcAft>
                <a:spcPts val="0"/>
              </a:spcAft>
              <a:buClr>
                <a:srgbClr val="999999"/>
              </a:buClr>
              <a:buSzPts val="700"/>
              <a:buFont typeface="Open Sans"/>
              <a:buChar char="●"/>
              <a:defRPr/>
            </a:lvl7pPr>
            <a:lvl8pPr lvl="7" algn="ctr" rtl="0">
              <a:lnSpc>
                <a:spcPct val="115000"/>
              </a:lnSpc>
              <a:spcBef>
                <a:spcPts val="0"/>
              </a:spcBef>
              <a:spcAft>
                <a:spcPts val="0"/>
              </a:spcAft>
              <a:buClr>
                <a:srgbClr val="999999"/>
              </a:buClr>
              <a:buSzPts val="700"/>
              <a:buFont typeface="Open Sans"/>
              <a:buChar char="○"/>
              <a:defRPr/>
            </a:lvl8pPr>
            <a:lvl9pPr lvl="8" algn="ctr" rtl="0">
              <a:lnSpc>
                <a:spcPct val="115000"/>
              </a:lnSpc>
              <a:spcBef>
                <a:spcPts val="0"/>
              </a:spcBef>
              <a:spcAft>
                <a:spcPts val="0"/>
              </a:spcAft>
              <a:buClr>
                <a:srgbClr val="999999"/>
              </a:buClr>
              <a:buSzPts val="600"/>
              <a:buFont typeface="Open Sans"/>
              <a:buChar char="■"/>
              <a:defRPr/>
            </a:lvl9pPr>
          </a:lstStyle>
          <a:p>
            <a:endParaRPr/>
          </a:p>
        </p:txBody>
      </p:sp>
      <p:sp>
        <p:nvSpPr>
          <p:cNvPr id="38" name="Google Shape;38;p9"/>
          <p:cNvSpPr>
            <a:spLocks noGrp="1"/>
          </p:cNvSpPr>
          <p:nvPr>
            <p:ph type="pic" idx="2"/>
          </p:nvPr>
        </p:nvSpPr>
        <p:spPr>
          <a:xfrm>
            <a:off x="5659251" y="0"/>
            <a:ext cx="3484800" cy="51435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9"/>
        <p:cNvGrpSpPr/>
        <p:nvPr/>
      </p:nvGrpSpPr>
      <p:grpSpPr>
        <a:xfrm>
          <a:off x="0" y="0"/>
          <a:ext cx="0" cy="0"/>
          <a:chOff x="0" y="0"/>
          <a:chExt cx="0" cy="0"/>
        </a:xfrm>
      </p:grpSpPr>
      <p:sp>
        <p:nvSpPr>
          <p:cNvPr id="40" name="Google Shape;40;p10"/>
          <p:cNvSpPr>
            <a:spLocks noGrp="1"/>
          </p:cNvSpPr>
          <p:nvPr>
            <p:ph type="pic" idx="2"/>
          </p:nvPr>
        </p:nvSpPr>
        <p:spPr>
          <a:xfrm>
            <a:off x="0" y="0"/>
            <a:ext cx="9144000" cy="5143500"/>
          </a:xfrm>
          <a:prstGeom prst="rect">
            <a:avLst/>
          </a:prstGeom>
          <a:noFill/>
          <a:ln>
            <a:noFill/>
          </a:ln>
        </p:spPr>
      </p:sp>
      <p:sp>
        <p:nvSpPr>
          <p:cNvPr id="41" name="Google Shape;41;p10"/>
          <p:cNvSpPr txBox="1">
            <a:spLocks noGrp="1"/>
          </p:cNvSpPr>
          <p:nvPr>
            <p:ph type="title"/>
          </p:nvPr>
        </p:nvSpPr>
        <p:spPr>
          <a:xfrm>
            <a:off x="1390200" y="3955825"/>
            <a:ext cx="6363600" cy="5727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2700"/>
              <a:buNone/>
              <a:defRPr sz="2000"/>
            </a:lvl1pPr>
            <a:lvl2pPr lvl="1" algn="ctr" rtl="0">
              <a:spcBef>
                <a:spcPts val="0"/>
              </a:spcBef>
              <a:spcAft>
                <a:spcPts val="0"/>
              </a:spcAft>
              <a:buSzPts val="2700"/>
              <a:buNone/>
              <a:defRPr/>
            </a:lvl2pPr>
            <a:lvl3pPr lvl="2" algn="ctr" rtl="0">
              <a:spcBef>
                <a:spcPts val="0"/>
              </a:spcBef>
              <a:spcAft>
                <a:spcPts val="0"/>
              </a:spcAft>
              <a:buSzPts val="2700"/>
              <a:buNone/>
              <a:defRPr/>
            </a:lvl3pPr>
            <a:lvl4pPr lvl="3" algn="ctr" rtl="0">
              <a:spcBef>
                <a:spcPts val="0"/>
              </a:spcBef>
              <a:spcAft>
                <a:spcPts val="0"/>
              </a:spcAft>
              <a:buSzPts val="2700"/>
              <a:buNone/>
              <a:defRPr/>
            </a:lvl4pPr>
            <a:lvl5pPr lvl="4" algn="ctr" rtl="0">
              <a:spcBef>
                <a:spcPts val="0"/>
              </a:spcBef>
              <a:spcAft>
                <a:spcPts val="0"/>
              </a:spcAft>
              <a:buSzPts val="2700"/>
              <a:buNone/>
              <a:defRPr/>
            </a:lvl5pPr>
            <a:lvl6pPr lvl="5" algn="ctr" rtl="0">
              <a:spcBef>
                <a:spcPts val="0"/>
              </a:spcBef>
              <a:spcAft>
                <a:spcPts val="0"/>
              </a:spcAft>
              <a:buSzPts val="2700"/>
              <a:buNone/>
              <a:defRPr/>
            </a:lvl6pPr>
            <a:lvl7pPr lvl="6" algn="ctr" rtl="0">
              <a:spcBef>
                <a:spcPts val="0"/>
              </a:spcBef>
              <a:spcAft>
                <a:spcPts val="0"/>
              </a:spcAft>
              <a:buSzPts val="2700"/>
              <a:buNone/>
              <a:defRPr/>
            </a:lvl7pPr>
            <a:lvl8pPr lvl="7" algn="ctr" rtl="0">
              <a:spcBef>
                <a:spcPts val="0"/>
              </a:spcBef>
              <a:spcAft>
                <a:spcPts val="0"/>
              </a:spcAft>
              <a:buSzPts val="2700"/>
              <a:buNone/>
              <a:defRPr/>
            </a:lvl8pPr>
            <a:lvl9pPr lvl="8" algn="ctr" rtl="0">
              <a:spcBef>
                <a:spcPts val="0"/>
              </a:spcBef>
              <a:spcAft>
                <a:spcPts val="0"/>
              </a:spcAft>
              <a:buSzPts val="27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2"/>
        <p:cNvGrpSpPr/>
        <p:nvPr/>
      </p:nvGrpSpPr>
      <p:grpSpPr>
        <a:xfrm>
          <a:off x="0" y="0"/>
          <a:ext cx="0" cy="0"/>
          <a:chOff x="0" y="0"/>
          <a:chExt cx="0" cy="0"/>
        </a:xfrm>
      </p:grpSpPr>
      <p:sp>
        <p:nvSpPr>
          <p:cNvPr id="43" name="Google Shape;43;p11"/>
          <p:cNvSpPr txBox="1">
            <a:spLocks noGrp="1"/>
          </p:cNvSpPr>
          <p:nvPr>
            <p:ph type="title" hasCustomPrompt="1"/>
          </p:nvPr>
        </p:nvSpPr>
        <p:spPr>
          <a:xfrm>
            <a:off x="1284000" y="1555613"/>
            <a:ext cx="6576000" cy="13602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0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4" name="Google Shape;44;p11"/>
          <p:cNvSpPr txBox="1">
            <a:spLocks noGrp="1"/>
          </p:cNvSpPr>
          <p:nvPr>
            <p:ph type="subTitle" idx="1"/>
          </p:nvPr>
        </p:nvSpPr>
        <p:spPr>
          <a:xfrm>
            <a:off x="1284000" y="3090788"/>
            <a:ext cx="6576000" cy="4971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5"/>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6"/>
        <p:cNvGrpSpPr/>
        <p:nvPr/>
      </p:nvGrpSpPr>
      <p:grpSpPr>
        <a:xfrm>
          <a:off x="0" y="0"/>
          <a:ext cx="0" cy="0"/>
          <a:chOff x="0" y="0"/>
          <a:chExt cx="0" cy="0"/>
        </a:xfrm>
      </p:grpSpPr>
      <p:sp>
        <p:nvSpPr>
          <p:cNvPr id="47" name="Google Shape;47;p13"/>
          <p:cNvSpPr/>
          <p:nvPr/>
        </p:nvSpPr>
        <p:spPr>
          <a:xfrm>
            <a:off x="228600" y="135900"/>
            <a:ext cx="3500100" cy="4871700"/>
          </a:xfrm>
          <a:prstGeom prst="roundRect">
            <a:avLst>
              <a:gd name="adj" fmla="val 8403"/>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
        <p:nvSpPr>
          <p:cNvPr id="48" name="Google Shape;48;p13"/>
          <p:cNvSpPr/>
          <p:nvPr/>
        </p:nvSpPr>
        <p:spPr>
          <a:xfrm>
            <a:off x="383325" y="379050"/>
            <a:ext cx="3192000" cy="271800"/>
          </a:xfrm>
          <a:prstGeom prst="roundRect">
            <a:avLst>
              <a:gd name="adj"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
        <p:nvSpPr>
          <p:cNvPr id="49" name="Google Shape;49;p13"/>
          <p:cNvSpPr txBox="1">
            <a:spLocks noGrp="1"/>
          </p:cNvSpPr>
          <p:nvPr>
            <p:ph type="title"/>
          </p:nvPr>
        </p:nvSpPr>
        <p:spPr>
          <a:xfrm>
            <a:off x="3979600" y="228600"/>
            <a:ext cx="44445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700"/>
              <a:buNone/>
              <a:defRPr/>
            </a:lvl1pPr>
            <a:lvl2pPr lvl="1" algn="ctr" rtl="0">
              <a:spcBef>
                <a:spcPts val="0"/>
              </a:spcBef>
              <a:spcAft>
                <a:spcPts val="0"/>
              </a:spcAft>
              <a:buSzPts val="2700"/>
              <a:buNone/>
              <a:defRPr/>
            </a:lvl2pPr>
            <a:lvl3pPr lvl="2" algn="ctr" rtl="0">
              <a:spcBef>
                <a:spcPts val="0"/>
              </a:spcBef>
              <a:spcAft>
                <a:spcPts val="0"/>
              </a:spcAft>
              <a:buSzPts val="2700"/>
              <a:buNone/>
              <a:defRPr/>
            </a:lvl3pPr>
            <a:lvl4pPr lvl="3" algn="ctr" rtl="0">
              <a:spcBef>
                <a:spcPts val="0"/>
              </a:spcBef>
              <a:spcAft>
                <a:spcPts val="0"/>
              </a:spcAft>
              <a:buSzPts val="2700"/>
              <a:buNone/>
              <a:defRPr/>
            </a:lvl4pPr>
            <a:lvl5pPr lvl="4" algn="ctr" rtl="0">
              <a:spcBef>
                <a:spcPts val="0"/>
              </a:spcBef>
              <a:spcAft>
                <a:spcPts val="0"/>
              </a:spcAft>
              <a:buSzPts val="2700"/>
              <a:buNone/>
              <a:defRPr/>
            </a:lvl5pPr>
            <a:lvl6pPr lvl="5" algn="ctr" rtl="0">
              <a:spcBef>
                <a:spcPts val="0"/>
              </a:spcBef>
              <a:spcAft>
                <a:spcPts val="0"/>
              </a:spcAft>
              <a:buSzPts val="2700"/>
              <a:buNone/>
              <a:defRPr/>
            </a:lvl6pPr>
            <a:lvl7pPr lvl="6" algn="ctr" rtl="0">
              <a:spcBef>
                <a:spcPts val="0"/>
              </a:spcBef>
              <a:spcAft>
                <a:spcPts val="0"/>
              </a:spcAft>
              <a:buSzPts val="2700"/>
              <a:buNone/>
              <a:defRPr/>
            </a:lvl7pPr>
            <a:lvl8pPr lvl="7" algn="ctr" rtl="0">
              <a:spcBef>
                <a:spcPts val="0"/>
              </a:spcBef>
              <a:spcAft>
                <a:spcPts val="0"/>
              </a:spcAft>
              <a:buSzPts val="2700"/>
              <a:buNone/>
              <a:defRPr/>
            </a:lvl8pPr>
            <a:lvl9pPr lvl="8" algn="ctr" rtl="0">
              <a:spcBef>
                <a:spcPts val="0"/>
              </a:spcBef>
              <a:spcAft>
                <a:spcPts val="0"/>
              </a:spcAft>
              <a:buSzPts val="2700"/>
              <a:buNone/>
              <a:defRPr/>
            </a:lvl9pPr>
          </a:lstStyle>
          <a:p>
            <a:endParaRPr/>
          </a:p>
        </p:txBody>
      </p:sp>
      <p:sp>
        <p:nvSpPr>
          <p:cNvPr id="50" name="Google Shape;50;p13"/>
          <p:cNvSpPr txBox="1">
            <a:spLocks noGrp="1"/>
          </p:cNvSpPr>
          <p:nvPr>
            <p:ph type="subTitle" idx="1"/>
          </p:nvPr>
        </p:nvSpPr>
        <p:spPr>
          <a:xfrm>
            <a:off x="731400" y="921000"/>
            <a:ext cx="2892900" cy="446100"/>
          </a:xfrm>
          <a:prstGeom prst="rect">
            <a:avLst/>
          </a:prstGeom>
        </p:spPr>
        <p:txBody>
          <a:bodyPr spcFirstLastPara="1" wrap="square" lIns="91425" tIns="91425" rIns="91425" bIns="91425" anchor="ctr" anchorCtr="0">
            <a:noAutofit/>
          </a:bodyPr>
          <a:lstStyle>
            <a:lvl1pPr lvl="0">
              <a:lnSpc>
                <a:spcPct val="95000"/>
              </a:lnSpc>
              <a:spcBef>
                <a:spcPts val="0"/>
              </a:spcBef>
              <a:spcAft>
                <a:spcPts val="0"/>
              </a:spcAft>
              <a:buSzPts val="1400"/>
              <a:buFont typeface="Raleway"/>
              <a:buNone/>
              <a:defRPr sz="1800" b="1">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1" name="Google Shape;51;p13"/>
          <p:cNvSpPr txBox="1">
            <a:spLocks noGrp="1"/>
          </p:cNvSpPr>
          <p:nvPr>
            <p:ph type="title" idx="2" hasCustomPrompt="1"/>
          </p:nvPr>
        </p:nvSpPr>
        <p:spPr>
          <a:xfrm>
            <a:off x="228600" y="921000"/>
            <a:ext cx="502800" cy="446100"/>
          </a:xfrm>
          <a:prstGeom prst="rect">
            <a:avLst/>
          </a:prstGeom>
        </p:spPr>
        <p:txBody>
          <a:bodyPr spcFirstLastPara="1" wrap="square" lIns="91425" tIns="91425" rIns="91425" bIns="91425" anchor="ctr" anchorCtr="0">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2" name="Google Shape;52;p13"/>
          <p:cNvSpPr txBox="1">
            <a:spLocks noGrp="1"/>
          </p:cNvSpPr>
          <p:nvPr>
            <p:ph type="subTitle" idx="3"/>
          </p:nvPr>
        </p:nvSpPr>
        <p:spPr>
          <a:xfrm>
            <a:off x="4036800" y="921000"/>
            <a:ext cx="4878900" cy="4461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a:endParaRPr/>
          </a:p>
        </p:txBody>
      </p:sp>
      <p:sp>
        <p:nvSpPr>
          <p:cNvPr id="53" name="Google Shape;53;p13"/>
          <p:cNvSpPr txBox="1">
            <a:spLocks noGrp="1"/>
          </p:cNvSpPr>
          <p:nvPr>
            <p:ph type="subTitle" idx="4"/>
          </p:nvPr>
        </p:nvSpPr>
        <p:spPr>
          <a:xfrm>
            <a:off x="731400" y="1427864"/>
            <a:ext cx="2892900" cy="446100"/>
          </a:xfrm>
          <a:prstGeom prst="rect">
            <a:avLst/>
          </a:prstGeom>
        </p:spPr>
        <p:txBody>
          <a:bodyPr spcFirstLastPara="1" wrap="square" lIns="91425" tIns="91425" rIns="91425" bIns="91425" anchor="ctr" anchorCtr="0">
            <a:noAutofit/>
          </a:bodyPr>
          <a:lstStyle>
            <a:lvl1pPr lvl="0">
              <a:lnSpc>
                <a:spcPct val="95000"/>
              </a:lnSpc>
              <a:spcBef>
                <a:spcPts val="0"/>
              </a:spcBef>
              <a:spcAft>
                <a:spcPts val="0"/>
              </a:spcAft>
              <a:buSzPts val="1400"/>
              <a:buFont typeface="Raleway"/>
              <a:buNone/>
              <a:defRPr sz="1800" b="1">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4" name="Google Shape;54;p13"/>
          <p:cNvSpPr txBox="1">
            <a:spLocks noGrp="1"/>
          </p:cNvSpPr>
          <p:nvPr>
            <p:ph type="title" idx="5" hasCustomPrompt="1"/>
          </p:nvPr>
        </p:nvSpPr>
        <p:spPr>
          <a:xfrm>
            <a:off x="228600" y="1427866"/>
            <a:ext cx="502800" cy="446100"/>
          </a:xfrm>
          <a:prstGeom prst="rect">
            <a:avLst/>
          </a:prstGeom>
        </p:spPr>
        <p:txBody>
          <a:bodyPr spcFirstLastPara="1" wrap="square" lIns="91425" tIns="91425" rIns="91425" bIns="91425" anchor="ctr" anchorCtr="0">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5" name="Google Shape;55;p13"/>
          <p:cNvSpPr txBox="1">
            <a:spLocks noGrp="1"/>
          </p:cNvSpPr>
          <p:nvPr>
            <p:ph type="subTitle" idx="6"/>
          </p:nvPr>
        </p:nvSpPr>
        <p:spPr>
          <a:xfrm>
            <a:off x="4036800" y="1427866"/>
            <a:ext cx="4878900" cy="446100"/>
          </a:xfrm>
          <a:prstGeom prst="rect">
            <a:avLst/>
          </a:prstGeom>
        </p:spPr>
        <p:txBody>
          <a:bodyPr spcFirstLastPara="1" wrap="square" lIns="91425" tIns="91425" rIns="91425" bIns="91425" anchor="ctr" anchorCtr="0">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a:endParaRPr/>
          </a:p>
        </p:txBody>
      </p:sp>
      <p:sp>
        <p:nvSpPr>
          <p:cNvPr id="56" name="Google Shape;56;p13"/>
          <p:cNvSpPr txBox="1">
            <a:spLocks noGrp="1"/>
          </p:cNvSpPr>
          <p:nvPr>
            <p:ph type="subTitle" idx="7"/>
          </p:nvPr>
        </p:nvSpPr>
        <p:spPr>
          <a:xfrm>
            <a:off x="731400" y="1934729"/>
            <a:ext cx="2892900" cy="446100"/>
          </a:xfrm>
          <a:prstGeom prst="rect">
            <a:avLst/>
          </a:prstGeom>
        </p:spPr>
        <p:txBody>
          <a:bodyPr spcFirstLastPara="1" wrap="square" lIns="91425" tIns="91425" rIns="91425" bIns="91425" anchor="ctr" anchorCtr="0">
            <a:noAutofit/>
          </a:bodyPr>
          <a:lstStyle>
            <a:lvl1pPr lvl="0">
              <a:lnSpc>
                <a:spcPct val="95000"/>
              </a:lnSpc>
              <a:spcBef>
                <a:spcPts val="0"/>
              </a:spcBef>
              <a:spcAft>
                <a:spcPts val="0"/>
              </a:spcAft>
              <a:buSzPts val="1400"/>
              <a:buFont typeface="Raleway"/>
              <a:buNone/>
              <a:defRPr sz="1800" b="1">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57" name="Google Shape;57;p13"/>
          <p:cNvSpPr txBox="1">
            <a:spLocks noGrp="1"/>
          </p:cNvSpPr>
          <p:nvPr>
            <p:ph type="title" idx="8" hasCustomPrompt="1"/>
          </p:nvPr>
        </p:nvSpPr>
        <p:spPr>
          <a:xfrm>
            <a:off x="228600" y="1934732"/>
            <a:ext cx="502800" cy="446100"/>
          </a:xfrm>
          <a:prstGeom prst="rect">
            <a:avLst/>
          </a:prstGeom>
        </p:spPr>
        <p:txBody>
          <a:bodyPr spcFirstLastPara="1" wrap="square" lIns="91425" tIns="91425" rIns="91425" bIns="91425" anchor="ctr" anchorCtr="0">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8" name="Google Shape;58;p13"/>
          <p:cNvSpPr txBox="1">
            <a:spLocks noGrp="1"/>
          </p:cNvSpPr>
          <p:nvPr>
            <p:ph type="subTitle" idx="9"/>
          </p:nvPr>
        </p:nvSpPr>
        <p:spPr>
          <a:xfrm>
            <a:off x="4036800" y="1934732"/>
            <a:ext cx="4878900" cy="446100"/>
          </a:xfrm>
          <a:prstGeom prst="rect">
            <a:avLst/>
          </a:prstGeom>
        </p:spPr>
        <p:txBody>
          <a:bodyPr spcFirstLastPara="1" wrap="square" lIns="91425" tIns="91425" rIns="91425" bIns="91425" anchor="ctr" anchorCtr="0">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a:endParaRPr/>
          </a:p>
        </p:txBody>
      </p:sp>
      <p:sp>
        <p:nvSpPr>
          <p:cNvPr id="59" name="Google Shape;59;p13"/>
          <p:cNvSpPr txBox="1">
            <a:spLocks noGrp="1"/>
          </p:cNvSpPr>
          <p:nvPr>
            <p:ph type="subTitle" idx="13"/>
          </p:nvPr>
        </p:nvSpPr>
        <p:spPr>
          <a:xfrm>
            <a:off x="731400" y="2441593"/>
            <a:ext cx="2892900" cy="446100"/>
          </a:xfrm>
          <a:prstGeom prst="rect">
            <a:avLst/>
          </a:prstGeom>
        </p:spPr>
        <p:txBody>
          <a:bodyPr spcFirstLastPara="1" wrap="square" lIns="91425" tIns="91425" rIns="91425" bIns="91425" anchor="ctr" anchorCtr="0">
            <a:noAutofit/>
          </a:bodyPr>
          <a:lstStyle>
            <a:lvl1pPr lvl="0">
              <a:lnSpc>
                <a:spcPct val="95000"/>
              </a:lnSpc>
              <a:spcBef>
                <a:spcPts val="0"/>
              </a:spcBef>
              <a:spcAft>
                <a:spcPts val="0"/>
              </a:spcAft>
              <a:buSzPts val="1400"/>
              <a:buFont typeface="Raleway"/>
              <a:buNone/>
              <a:defRPr sz="1800" b="1">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60" name="Google Shape;60;p13"/>
          <p:cNvSpPr txBox="1">
            <a:spLocks noGrp="1"/>
          </p:cNvSpPr>
          <p:nvPr>
            <p:ph type="title" idx="14" hasCustomPrompt="1"/>
          </p:nvPr>
        </p:nvSpPr>
        <p:spPr>
          <a:xfrm>
            <a:off x="228600" y="2441598"/>
            <a:ext cx="502800" cy="446100"/>
          </a:xfrm>
          <a:prstGeom prst="rect">
            <a:avLst/>
          </a:prstGeom>
        </p:spPr>
        <p:txBody>
          <a:bodyPr spcFirstLastPara="1" wrap="square" lIns="91425" tIns="91425" rIns="91425" bIns="91425" anchor="ctr" anchorCtr="0">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1" name="Google Shape;61;p13"/>
          <p:cNvSpPr txBox="1">
            <a:spLocks noGrp="1"/>
          </p:cNvSpPr>
          <p:nvPr>
            <p:ph type="subTitle" idx="15"/>
          </p:nvPr>
        </p:nvSpPr>
        <p:spPr>
          <a:xfrm>
            <a:off x="4036800" y="2441598"/>
            <a:ext cx="4878900" cy="446100"/>
          </a:xfrm>
          <a:prstGeom prst="rect">
            <a:avLst/>
          </a:prstGeom>
        </p:spPr>
        <p:txBody>
          <a:bodyPr spcFirstLastPara="1" wrap="square" lIns="91425" tIns="91425" rIns="91425" bIns="91425" anchor="ctr" anchorCtr="0">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a:endParaRPr/>
          </a:p>
        </p:txBody>
      </p:sp>
      <p:sp>
        <p:nvSpPr>
          <p:cNvPr id="62" name="Google Shape;62;p13"/>
          <p:cNvSpPr txBox="1">
            <a:spLocks noGrp="1"/>
          </p:cNvSpPr>
          <p:nvPr>
            <p:ph type="subTitle" idx="16"/>
          </p:nvPr>
        </p:nvSpPr>
        <p:spPr>
          <a:xfrm>
            <a:off x="731400" y="2948458"/>
            <a:ext cx="2892900" cy="446100"/>
          </a:xfrm>
          <a:prstGeom prst="rect">
            <a:avLst/>
          </a:prstGeom>
        </p:spPr>
        <p:txBody>
          <a:bodyPr spcFirstLastPara="1" wrap="square" lIns="91425" tIns="91425" rIns="91425" bIns="91425" anchor="ctr" anchorCtr="0">
            <a:noAutofit/>
          </a:bodyPr>
          <a:lstStyle>
            <a:lvl1pPr lvl="0">
              <a:lnSpc>
                <a:spcPct val="95000"/>
              </a:lnSpc>
              <a:spcBef>
                <a:spcPts val="0"/>
              </a:spcBef>
              <a:spcAft>
                <a:spcPts val="0"/>
              </a:spcAft>
              <a:buSzPts val="1400"/>
              <a:buFont typeface="Raleway"/>
              <a:buNone/>
              <a:defRPr sz="1800" b="1">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63" name="Google Shape;63;p13"/>
          <p:cNvSpPr txBox="1">
            <a:spLocks noGrp="1"/>
          </p:cNvSpPr>
          <p:nvPr>
            <p:ph type="title" idx="17" hasCustomPrompt="1"/>
          </p:nvPr>
        </p:nvSpPr>
        <p:spPr>
          <a:xfrm>
            <a:off x="228600" y="2948464"/>
            <a:ext cx="502800" cy="446100"/>
          </a:xfrm>
          <a:prstGeom prst="rect">
            <a:avLst/>
          </a:prstGeom>
        </p:spPr>
        <p:txBody>
          <a:bodyPr spcFirstLastPara="1" wrap="square" lIns="91425" tIns="91425" rIns="91425" bIns="91425" anchor="ctr" anchorCtr="0">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4" name="Google Shape;64;p13"/>
          <p:cNvSpPr txBox="1">
            <a:spLocks noGrp="1"/>
          </p:cNvSpPr>
          <p:nvPr>
            <p:ph type="subTitle" idx="18"/>
          </p:nvPr>
        </p:nvSpPr>
        <p:spPr>
          <a:xfrm>
            <a:off x="4036800" y="2948464"/>
            <a:ext cx="4878900" cy="446100"/>
          </a:xfrm>
          <a:prstGeom prst="rect">
            <a:avLst/>
          </a:prstGeom>
        </p:spPr>
        <p:txBody>
          <a:bodyPr spcFirstLastPara="1" wrap="square" lIns="91425" tIns="91425" rIns="91425" bIns="91425" anchor="ctr" anchorCtr="0">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a:endParaRPr/>
          </a:p>
        </p:txBody>
      </p:sp>
      <p:sp>
        <p:nvSpPr>
          <p:cNvPr id="65" name="Google Shape;65;p13"/>
          <p:cNvSpPr txBox="1">
            <a:spLocks noGrp="1"/>
          </p:cNvSpPr>
          <p:nvPr>
            <p:ph type="subTitle" idx="19"/>
          </p:nvPr>
        </p:nvSpPr>
        <p:spPr>
          <a:xfrm>
            <a:off x="731400" y="3455322"/>
            <a:ext cx="2892900" cy="446100"/>
          </a:xfrm>
          <a:prstGeom prst="rect">
            <a:avLst/>
          </a:prstGeom>
        </p:spPr>
        <p:txBody>
          <a:bodyPr spcFirstLastPara="1" wrap="square" lIns="91425" tIns="91425" rIns="91425" bIns="91425" anchor="ctr" anchorCtr="0">
            <a:noAutofit/>
          </a:bodyPr>
          <a:lstStyle>
            <a:lvl1pPr lvl="0">
              <a:lnSpc>
                <a:spcPct val="95000"/>
              </a:lnSpc>
              <a:spcBef>
                <a:spcPts val="0"/>
              </a:spcBef>
              <a:spcAft>
                <a:spcPts val="0"/>
              </a:spcAft>
              <a:buSzPts val="1400"/>
              <a:buFont typeface="Raleway"/>
              <a:buNone/>
              <a:defRPr sz="1800" b="1">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66" name="Google Shape;66;p13"/>
          <p:cNvSpPr txBox="1">
            <a:spLocks noGrp="1"/>
          </p:cNvSpPr>
          <p:nvPr>
            <p:ph type="title" idx="20" hasCustomPrompt="1"/>
          </p:nvPr>
        </p:nvSpPr>
        <p:spPr>
          <a:xfrm>
            <a:off x="228600" y="3455330"/>
            <a:ext cx="502800" cy="446100"/>
          </a:xfrm>
          <a:prstGeom prst="rect">
            <a:avLst/>
          </a:prstGeom>
        </p:spPr>
        <p:txBody>
          <a:bodyPr spcFirstLastPara="1" wrap="square" lIns="91425" tIns="91425" rIns="91425" bIns="91425" anchor="ctr" anchorCtr="0">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7" name="Google Shape;67;p13"/>
          <p:cNvSpPr txBox="1">
            <a:spLocks noGrp="1"/>
          </p:cNvSpPr>
          <p:nvPr>
            <p:ph type="subTitle" idx="21"/>
          </p:nvPr>
        </p:nvSpPr>
        <p:spPr>
          <a:xfrm>
            <a:off x="4036800" y="3455330"/>
            <a:ext cx="4878900" cy="446100"/>
          </a:xfrm>
          <a:prstGeom prst="rect">
            <a:avLst/>
          </a:prstGeom>
        </p:spPr>
        <p:txBody>
          <a:bodyPr spcFirstLastPara="1" wrap="square" lIns="91425" tIns="91425" rIns="91425" bIns="91425" anchor="ctr" anchorCtr="0">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a:endParaRPr/>
          </a:p>
        </p:txBody>
      </p:sp>
      <p:sp>
        <p:nvSpPr>
          <p:cNvPr id="68" name="Google Shape;68;p13"/>
          <p:cNvSpPr txBox="1">
            <a:spLocks noGrp="1"/>
          </p:cNvSpPr>
          <p:nvPr>
            <p:ph type="subTitle" idx="22"/>
          </p:nvPr>
        </p:nvSpPr>
        <p:spPr>
          <a:xfrm>
            <a:off x="731400" y="3962187"/>
            <a:ext cx="2892900" cy="446100"/>
          </a:xfrm>
          <a:prstGeom prst="rect">
            <a:avLst/>
          </a:prstGeom>
        </p:spPr>
        <p:txBody>
          <a:bodyPr spcFirstLastPara="1" wrap="square" lIns="91425" tIns="91425" rIns="91425" bIns="91425" anchor="ctr" anchorCtr="0">
            <a:noAutofit/>
          </a:bodyPr>
          <a:lstStyle>
            <a:lvl1pPr lvl="0">
              <a:lnSpc>
                <a:spcPct val="95000"/>
              </a:lnSpc>
              <a:spcBef>
                <a:spcPts val="0"/>
              </a:spcBef>
              <a:spcAft>
                <a:spcPts val="0"/>
              </a:spcAft>
              <a:buSzPts val="1400"/>
              <a:buFont typeface="Raleway"/>
              <a:buNone/>
              <a:defRPr sz="1800" b="1">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69" name="Google Shape;69;p13"/>
          <p:cNvSpPr txBox="1">
            <a:spLocks noGrp="1"/>
          </p:cNvSpPr>
          <p:nvPr>
            <p:ph type="title" idx="23" hasCustomPrompt="1"/>
          </p:nvPr>
        </p:nvSpPr>
        <p:spPr>
          <a:xfrm>
            <a:off x="228600" y="3962196"/>
            <a:ext cx="502800" cy="446100"/>
          </a:xfrm>
          <a:prstGeom prst="rect">
            <a:avLst/>
          </a:prstGeom>
        </p:spPr>
        <p:txBody>
          <a:bodyPr spcFirstLastPara="1" wrap="square" lIns="91425" tIns="91425" rIns="91425" bIns="91425" anchor="ctr" anchorCtr="0">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0" name="Google Shape;70;p13"/>
          <p:cNvSpPr txBox="1">
            <a:spLocks noGrp="1"/>
          </p:cNvSpPr>
          <p:nvPr>
            <p:ph type="subTitle" idx="24"/>
          </p:nvPr>
        </p:nvSpPr>
        <p:spPr>
          <a:xfrm>
            <a:off x="4036800" y="3962196"/>
            <a:ext cx="4878900" cy="446100"/>
          </a:xfrm>
          <a:prstGeom prst="rect">
            <a:avLst/>
          </a:prstGeom>
        </p:spPr>
        <p:txBody>
          <a:bodyPr spcFirstLastPara="1" wrap="square" lIns="91425" tIns="91425" rIns="91425" bIns="91425" anchor="ctr" anchorCtr="0">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a:endParaRPr/>
          </a:p>
        </p:txBody>
      </p:sp>
      <p:sp>
        <p:nvSpPr>
          <p:cNvPr id="71" name="Google Shape;71;p13"/>
          <p:cNvSpPr txBox="1">
            <a:spLocks noGrp="1"/>
          </p:cNvSpPr>
          <p:nvPr>
            <p:ph type="subTitle" idx="25"/>
          </p:nvPr>
        </p:nvSpPr>
        <p:spPr>
          <a:xfrm>
            <a:off x="731400" y="4469051"/>
            <a:ext cx="2892900" cy="446100"/>
          </a:xfrm>
          <a:prstGeom prst="rect">
            <a:avLst/>
          </a:prstGeom>
        </p:spPr>
        <p:txBody>
          <a:bodyPr spcFirstLastPara="1" wrap="square" lIns="91425" tIns="91425" rIns="91425" bIns="91425" anchor="ctr" anchorCtr="0">
            <a:noAutofit/>
          </a:bodyPr>
          <a:lstStyle>
            <a:lvl1pPr lvl="0">
              <a:lnSpc>
                <a:spcPct val="95000"/>
              </a:lnSpc>
              <a:spcBef>
                <a:spcPts val="0"/>
              </a:spcBef>
              <a:spcAft>
                <a:spcPts val="0"/>
              </a:spcAft>
              <a:buSzPts val="1400"/>
              <a:buFont typeface="Raleway"/>
              <a:buNone/>
              <a:defRPr sz="1800" b="1">
                <a:solidFill>
                  <a:schemeClr val="dk2"/>
                </a:solidFill>
                <a:latin typeface="Manrope"/>
                <a:ea typeface="Manrope"/>
                <a:cs typeface="Manrope"/>
                <a:sym typeface="Manrope"/>
              </a:defRPr>
            </a:lvl1pPr>
            <a:lvl2pPr lvl="1">
              <a:lnSpc>
                <a:spcPct val="95000"/>
              </a:lnSpc>
              <a:spcBef>
                <a:spcPts val="0"/>
              </a:spcBef>
              <a:spcAft>
                <a:spcPts val="0"/>
              </a:spcAft>
              <a:buSzPts val="1400"/>
              <a:buFont typeface="Raleway"/>
              <a:buNone/>
              <a:defRPr b="1">
                <a:latin typeface="Raleway"/>
                <a:ea typeface="Raleway"/>
                <a:cs typeface="Raleway"/>
                <a:sym typeface="Raleway"/>
              </a:defRPr>
            </a:lvl2pPr>
            <a:lvl3pPr lvl="2">
              <a:lnSpc>
                <a:spcPct val="95000"/>
              </a:lnSpc>
              <a:spcBef>
                <a:spcPts val="0"/>
              </a:spcBef>
              <a:spcAft>
                <a:spcPts val="0"/>
              </a:spcAft>
              <a:buSzPts val="1400"/>
              <a:buFont typeface="Raleway"/>
              <a:buNone/>
              <a:defRPr b="1">
                <a:latin typeface="Raleway"/>
                <a:ea typeface="Raleway"/>
                <a:cs typeface="Raleway"/>
                <a:sym typeface="Raleway"/>
              </a:defRPr>
            </a:lvl3pPr>
            <a:lvl4pPr lvl="3">
              <a:lnSpc>
                <a:spcPct val="95000"/>
              </a:lnSpc>
              <a:spcBef>
                <a:spcPts val="0"/>
              </a:spcBef>
              <a:spcAft>
                <a:spcPts val="0"/>
              </a:spcAft>
              <a:buSzPts val="1400"/>
              <a:buFont typeface="Raleway"/>
              <a:buNone/>
              <a:defRPr b="1">
                <a:latin typeface="Raleway"/>
                <a:ea typeface="Raleway"/>
                <a:cs typeface="Raleway"/>
                <a:sym typeface="Raleway"/>
              </a:defRPr>
            </a:lvl4pPr>
            <a:lvl5pPr lvl="4">
              <a:lnSpc>
                <a:spcPct val="95000"/>
              </a:lnSpc>
              <a:spcBef>
                <a:spcPts val="0"/>
              </a:spcBef>
              <a:spcAft>
                <a:spcPts val="0"/>
              </a:spcAft>
              <a:buSzPts val="1400"/>
              <a:buFont typeface="Raleway"/>
              <a:buNone/>
              <a:defRPr b="1">
                <a:latin typeface="Raleway"/>
                <a:ea typeface="Raleway"/>
                <a:cs typeface="Raleway"/>
                <a:sym typeface="Raleway"/>
              </a:defRPr>
            </a:lvl5pPr>
            <a:lvl6pPr lvl="5">
              <a:lnSpc>
                <a:spcPct val="95000"/>
              </a:lnSpc>
              <a:spcBef>
                <a:spcPts val="0"/>
              </a:spcBef>
              <a:spcAft>
                <a:spcPts val="0"/>
              </a:spcAft>
              <a:buSzPts val="1400"/>
              <a:buFont typeface="Raleway"/>
              <a:buNone/>
              <a:defRPr b="1">
                <a:latin typeface="Raleway"/>
                <a:ea typeface="Raleway"/>
                <a:cs typeface="Raleway"/>
                <a:sym typeface="Raleway"/>
              </a:defRPr>
            </a:lvl6pPr>
            <a:lvl7pPr lvl="6">
              <a:lnSpc>
                <a:spcPct val="95000"/>
              </a:lnSpc>
              <a:spcBef>
                <a:spcPts val="0"/>
              </a:spcBef>
              <a:spcAft>
                <a:spcPts val="0"/>
              </a:spcAft>
              <a:buSzPts val="1400"/>
              <a:buFont typeface="Raleway"/>
              <a:buNone/>
              <a:defRPr b="1">
                <a:latin typeface="Raleway"/>
                <a:ea typeface="Raleway"/>
                <a:cs typeface="Raleway"/>
                <a:sym typeface="Raleway"/>
              </a:defRPr>
            </a:lvl7pPr>
            <a:lvl8pPr lvl="7">
              <a:lnSpc>
                <a:spcPct val="95000"/>
              </a:lnSpc>
              <a:spcBef>
                <a:spcPts val="0"/>
              </a:spcBef>
              <a:spcAft>
                <a:spcPts val="0"/>
              </a:spcAft>
              <a:buSzPts val="1400"/>
              <a:buFont typeface="Raleway"/>
              <a:buNone/>
              <a:defRPr b="1">
                <a:latin typeface="Raleway"/>
                <a:ea typeface="Raleway"/>
                <a:cs typeface="Raleway"/>
                <a:sym typeface="Raleway"/>
              </a:defRPr>
            </a:lvl8pPr>
            <a:lvl9pPr lvl="8">
              <a:lnSpc>
                <a:spcPct val="95000"/>
              </a:lnSpc>
              <a:spcBef>
                <a:spcPts val="0"/>
              </a:spcBef>
              <a:spcAft>
                <a:spcPts val="0"/>
              </a:spcAft>
              <a:buSzPts val="1400"/>
              <a:buFont typeface="Raleway"/>
              <a:buNone/>
              <a:defRPr b="1">
                <a:latin typeface="Raleway"/>
                <a:ea typeface="Raleway"/>
                <a:cs typeface="Raleway"/>
                <a:sym typeface="Raleway"/>
              </a:defRPr>
            </a:lvl9pPr>
          </a:lstStyle>
          <a:p>
            <a:endParaRPr/>
          </a:p>
        </p:txBody>
      </p:sp>
      <p:sp>
        <p:nvSpPr>
          <p:cNvPr id="72" name="Google Shape;72;p13"/>
          <p:cNvSpPr txBox="1">
            <a:spLocks noGrp="1"/>
          </p:cNvSpPr>
          <p:nvPr>
            <p:ph type="title" idx="26" hasCustomPrompt="1"/>
          </p:nvPr>
        </p:nvSpPr>
        <p:spPr>
          <a:xfrm>
            <a:off x="228600" y="4469062"/>
            <a:ext cx="502800" cy="446100"/>
          </a:xfrm>
          <a:prstGeom prst="rect">
            <a:avLst/>
          </a:prstGeom>
        </p:spPr>
        <p:txBody>
          <a:bodyPr spcFirstLastPara="1" wrap="square" lIns="91425" tIns="91425" rIns="91425" bIns="91425" anchor="ctr" anchorCtr="0">
            <a:noAutofit/>
          </a:bodyPr>
          <a:lstStyle>
            <a:lvl1pPr lvl="0" algn="r">
              <a:spcBef>
                <a:spcPts val="0"/>
              </a:spcBef>
              <a:spcAft>
                <a:spcPts val="0"/>
              </a:spcAft>
              <a:buSzPts val="3000"/>
              <a:buNone/>
              <a:defRPr sz="1800">
                <a:solidFill>
                  <a:srgbClr val="00FFA4"/>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3" name="Google Shape;73;p13"/>
          <p:cNvSpPr txBox="1">
            <a:spLocks noGrp="1"/>
          </p:cNvSpPr>
          <p:nvPr>
            <p:ph type="subTitle" idx="27"/>
          </p:nvPr>
        </p:nvSpPr>
        <p:spPr>
          <a:xfrm>
            <a:off x="4036800" y="4469062"/>
            <a:ext cx="4878900" cy="446100"/>
          </a:xfrm>
          <a:prstGeom prst="rect">
            <a:avLst/>
          </a:prstGeom>
        </p:spPr>
        <p:txBody>
          <a:bodyPr spcFirstLastPara="1" wrap="square" lIns="91425" tIns="91425" rIns="91425" bIns="91425" anchor="ctr" anchorCtr="0">
            <a:noAutofit/>
          </a:bodyPr>
          <a:lstStyle>
            <a:lvl1pPr lvl="0">
              <a:spcBef>
                <a:spcPts val="0"/>
              </a:spcBef>
              <a:spcAft>
                <a:spcPts val="0"/>
              </a:spcAft>
              <a:buSzPts val="1500"/>
              <a:buFont typeface="Raleway"/>
              <a:buNone/>
              <a:defRPr/>
            </a:lvl1pPr>
            <a:lvl2pPr lvl="1" algn="ctr">
              <a:lnSpc>
                <a:spcPct val="100000"/>
              </a:lnSpc>
              <a:spcBef>
                <a:spcPts val="0"/>
              </a:spcBef>
              <a:spcAft>
                <a:spcPts val="0"/>
              </a:spcAft>
              <a:buSzPts val="1500"/>
              <a:buFont typeface="Raleway"/>
              <a:buNone/>
              <a:defRPr sz="1500">
                <a:latin typeface="Raleway"/>
                <a:ea typeface="Raleway"/>
                <a:cs typeface="Raleway"/>
                <a:sym typeface="Raleway"/>
              </a:defRPr>
            </a:lvl2pPr>
            <a:lvl3pPr lvl="2" algn="ctr">
              <a:lnSpc>
                <a:spcPct val="100000"/>
              </a:lnSpc>
              <a:spcBef>
                <a:spcPts val="0"/>
              </a:spcBef>
              <a:spcAft>
                <a:spcPts val="0"/>
              </a:spcAft>
              <a:buSzPts val="1500"/>
              <a:buFont typeface="Raleway"/>
              <a:buNone/>
              <a:defRPr sz="1500">
                <a:latin typeface="Raleway"/>
                <a:ea typeface="Raleway"/>
                <a:cs typeface="Raleway"/>
                <a:sym typeface="Raleway"/>
              </a:defRPr>
            </a:lvl3pPr>
            <a:lvl4pPr lvl="3" algn="ctr">
              <a:lnSpc>
                <a:spcPct val="100000"/>
              </a:lnSpc>
              <a:spcBef>
                <a:spcPts val="0"/>
              </a:spcBef>
              <a:spcAft>
                <a:spcPts val="0"/>
              </a:spcAft>
              <a:buSzPts val="1500"/>
              <a:buFont typeface="Raleway"/>
              <a:buNone/>
              <a:defRPr sz="1500">
                <a:latin typeface="Raleway"/>
                <a:ea typeface="Raleway"/>
                <a:cs typeface="Raleway"/>
                <a:sym typeface="Raleway"/>
              </a:defRPr>
            </a:lvl4pPr>
            <a:lvl5pPr lvl="4" algn="ctr">
              <a:lnSpc>
                <a:spcPct val="100000"/>
              </a:lnSpc>
              <a:spcBef>
                <a:spcPts val="0"/>
              </a:spcBef>
              <a:spcAft>
                <a:spcPts val="0"/>
              </a:spcAft>
              <a:buSzPts val="1500"/>
              <a:buFont typeface="Raleway"/>
              <a:buNone/>
              <a:defRPr sz="1500">
                <a:latin typeface="Raleway"/>
                <a:ea typeface="Raleway"/>
                <a:cs typeface="Raleway"/>
                <a:sym typeface="Raleway"/>
              </a:defRPr>
            </a:lvl5pPr>
            <a:lvl6pPr lvl="5" algn="ctr">
              <a:lnSpc>
                <a:spcPct val="100000"/>
              </a:lnSpc>
              <a:spcBef>
                <a:spcPts val="0"/>
              </a:spcBef>
              <a:spcAft>
                <a:spcPts val="0"/>
              </a:spcAft>
              <a:buSzPts val="1500"/>
              <a:buFont typeface="Raleway"/>
              <a:buNone/>
              <a:defRPr sz="1500">
                <a:latin typeface="Raleway"/>
                <a:ea typeface="Raleway"/>
                <a:cs typeface="Raleway"/>
                <a:sym typeface="Raleway"/>
              </a:defRPr>
            </a:lvl6pPr>
            <a:lvl7pPr lvl="6" algn="ctr">
              <a:lnSpc>
                <a:spcPct val="100000"/>
              </a:lnSpc>
              <a:spcBef>
                <a:spcPts val="0"/>
              </a:spcBef>
              <a:spcAft>
                <a:spcPts val="0"/>
              </a:spcAft>
              <a:buSzPts val="1500"/>
              <a:buFont typeface="Raleway"/>
              <a:buNone/>
              <a:defRPr sz="1500">
                <a:latin typeface="Raleway"/>
                <a:ea typeface="Raleway"/>
                <a:cs typeface="Raleway"/>
                <a:sym typeface="Raleway"/>
              </a:defRPr>
            </a:lvl7pPr>
            <a:lvl8pPr lvl="7" algn="ctr">
              <a:lnSpc>
                <a:spcPct val="100000"/>
              </a:lnSpc>
              <a:spcBef>
                <a:spcPts val="0"/>
              </a:spcBef>
              <a:spcAft>
                <a:spcPts val="0"/>
              </a:spcAft>
              <a:buSzPts val="1500"/>
              <a:buFont typeface="Raleway"/>
              <a:buNone/>
              <a:defRPr sz="1500">
                <a:latin typeface="Raleway"/>
                <a:ea typeface="Raleway"/>
                <a:cs typeface="Raleway"/>
                <a:sym typeface="Raleway"/>
              </a:defRPr>
            </a:lvl8pPr>
            <a:lvl9pPr lvl="8" algn="ctr">
              <a:lnSpc>
                <a:spcPct val="100000"/>
              </a:lnSpc>
              <a:spcBef>
                <a:spcPts val="0"/>
              </a:spcBef>
              <a:spcAft>
                <a:spcPts val="0"/>
              </a:spcAft>
              <a:buSzPts val="1500"/>
              <a:buFont typeface="Raleway"/>
              <a:buNone/>
              <a:defRPr sz="1500">
                <a:latin typeface="Raleway"/>
                <a:ea typeface="Raleway"/>
                <a:cs typeface="Raleway"/>
                <a:sym typeface="Raleway"/>
              </a:defRPr>
            </a:lvl9pPr>
          </a:lstStyle>
          <a:p>
            <a:endParaRPr/>
          </a:p>
        </p:txBody>
      </p:sp>
      <p:sp>
        <p:nvSpPr>
          <p:cNvPr id="74" name="Google Shape;74;p13"/>
          <p:cNvSpPr/>
          <p:nvPr/>
        </p:nvSpPr>
        <p:spPr>
          <a:xfrm>
            <a:off x="3805350" y="135900"/>
            <a:ext cx="5202600" cy="4871700"/>
          </a:xfrm>
          <a:prstGeom prst="roundRect">
            <a:avLst>
              <a:gd name="adj" fmla="val 5521"/>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unnel Sans"/>
              <a:ea typeface="Funnel Sans"/>
              <a:cs typeface="Funnel Sans"/>
              <a:sym typeface="Funnel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ext">
  <p:cSld name="ONE_COLUMN_TEXT_1">
    <p:spTree>
      <p:nvGrpSpPr>
        <p:cNvPr id="1" name="Shape 75"/>
        <p:cNvGrpSpPr/>
        <p:nvPr/>
      </p:nvGrpSpPr>
      <p:grpSpPr>
        <a:xfrm>
          <a:off x="0" y="0"/>
          <a:ext cx="0" cy="0"/>
          <a:chOff x="0" y="0"/>
          <a:chExt cx="0" cy="0"/>
        </a:xfrm>
      </p:grpSpPr>
      <p:sp>
        <p:nvSpPr>
          <p:cNvPr id="76" name="Google Shape;76;p14"/>
          <p:cNvSpPr/>
          <p:nvPr/>
        </p:nvSpPr>
        <p:spPr>
          <a:xfrm>
            <a:off x="118400" y="146350"/>
            <a:ext cx="8907600" cy="11919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
        <p:nvSpPr>
          <p:cNvPr id="77" name="Google Shape;77;p14"/>
          <p:cNvSpPr txBox="1">
            <a:spLocks noGrp="1"/>
          </p:cNvSpPr>
          <p:nvPr>
            <p:ph type="title"/>
          </p:nvPr>
        </p:nvSpPr>
        <p:spPr>
          <a:xfrm>
            <a:off x="720000" y="45595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a:lvl1pPr>
            <a:lvl2pPr lvl="1" algn="ctr" rtl="0">
              <a:spcBef>
                <a:spcPts val="0"/>
              </a:spcBef>
              <a:spcAft>
                <a:spcPts val="0"/>
              </a:spcAft>
              <a:buSzPts val="2700"/>
              <a:buNone/>
              <a:defRPr/>
            </a:lvl2pPr>
            <a:lvl3pPr lvl="2" algn="ctr" rtl="0">
              <a:spcBef>
                <a:spcPts val="0"/>
              </a:spcBef>
              <a:spcAft>
                <a:spcPts val="0"/>
              </a:spcAft>
              <a:buSzPts val="2700"/>
              <a:buNone/>
              <a:defRPr/>
            </a:lvl3pPr>
            <a:lvl4pPr lvl="3" algn="ctr" rtl="0">
              <a:spcBef>
                <a:spcPts val="0"/>
              </a:spcBef>
              <a:spcAft>
                <a:spcPts val="0"/>
              </a:spcAft>
              <a:buSzPts val="2700"/>
              <a:buNone/>
              <a:defRPr/>
            </a:lvl4pPr>
            <a:lvl5pPr lvl="4" algn="ctr" rtl="0">
              <a:spcBef>
                <a:spcPts val="0"/>
              </a:spcBef>
              <a:spcAft>
                <a:spcPts val="0"/>
              </a:spcAft>
              <a:buSzPts val="2700"/>
              <a:buNone/>
              <a:defRPr/>
            </a:lvl5pPr>
            <a:lvl6pPr lvl="5" algn="ctr" rtl="0">
              <a:spcBef>
                <a:spcPts val="0"/>
              </a:spcBef>
              <a:spcAft>
                <a:spcPts val="0"/>
              </a:spcAft>
              <a:buSzPts val="2700"/>
              <a:buNone/>
              <a:defRPr/>
            </a:lvl6pPr>
            <a:lvl7pPr lvl="6" algn="ctr" rtl="0">
              <a:spcBef>
                <a:spcPts val="0"/>
              </a:spcBef>
              <a:spcAft>
                <a:spcPts val="0"/>
              </a:spcAft>
              <a:buSzPts val="2700"/>
              <a:buNone/>
              <a:defRPr/>
            </a:lvl7pPr>
            <a:lvl8pPr lvl="7" algn="ctr" rtl="0">
              <a:spcBef>
                <a:spcPts val="0"/>
              </a:spcBef>
              <a:spcAft>
                <a:spcPts val="0"/>
              </a:spcAft>
              <a:buSzPts val="2700"/>
              <a:buNone/>
              <a:defRPr/>
            </a:lvl8pPr>
            <a:lvl9pPr lvl="8" algn="ctr" rtl="0">
              <a:spcBef>
                <a:spcPts val="0"/>
              </a:spcBef>
              <a:spcAft>
                <a:spcPts val="0"/>
              </a:spcAft>
              <a:buSzPts val="2700"/>
              <a:buNone/>
              <a:defRPr/>
            </a:lvl9pPr>
          </a:lstStyle>
          <a:p>
            <a:endParaRPr/>
          </a:p>
        </p:txBody>
      </p:sp>
      <p:sp>
        <p:nvSpPr>
          <p:cNvPr id="78" name="Google Shape;78;p14"/>
          <p:cNvSpPr txBox="1">
            <a:spLocks noGrp="1"/>
          </p:cNvSpPr>
          <p:nvPr>
            <p:ph type="subTitle" idx="1"/>
          </p:nvPr>
        </p:nvSpPr>
        <p:spPr>
          <a:xfrm>
            <a:off x="691650" y="1812409"/>
            <a:ext cx="7760700" cy="2614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b="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_1">
    <p:spTree>
      <p:nvGrpSpPr>
        <p:cNvPr id="1" name="Shape 79"/>
        <p:cNvGrpSpPr/>
        <p:nvPr/>
      </p:nvGrpSpPr>
      <p:grpSpPr>
        <a:xfrm>
          <a:off x="0" y="0"/>
          <a:ext cx="0" cy="0"/>
          <a:chOff x="0" y="0"/>
          <a:chExt cx="0" cy="0"/>
        </a:xfrm>
      </p:grpSpPr>
      <p:sp>
        <p:nvSpPr>
          <p:cNvPr id="80" name="Google Shape;80;p15"/>
          <p:cNvSpPr/>
          <p:nvPr/>
        </p:nvSpPr>
        <p:spPr>
          <a:xfrm>
            <a:off x="118400" y="146350"/>
            <a:ext cx="8907600" cy="11919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
        <p:nvSpPr>
          <p:cNvPr id="81" name="Google Shape;81;p15"/>
          <p:cNvSpPr txBox="1">
            <a:spLocks noGrp="1"/>
          </p:cNvSpPr>
          <p:nvPr>
            <p:ph type="subTitle" idx="1"/>
          </p:nvPr>
        </p:nvSpPr>
        <p:spPr>
          <a:xfrm>
            <a:off x="458650" y="2801324"/>
            <a:ext cx="2393100" cy="8619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2" name="Google Shape;82;p15"/>
          <p:cNvSpPr txBox="1">
            <a:spLocks noGrp="1"/>
          </p:cNvSpPr>
          <p:nvPr>
            <p:ph type="subTitle" idx="2"/>
          </p:nvPr>
        </p:nvSpPr>
        <p:spPr>
          <a:xfrm>
            <a:off x="3393575" y="2801324"/>
            <a:ext cx="2393100" cy="8619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3" name="Google Shape;83;p15"/>
          <p:cNvSpPr txBox="1">
            <a:spLocks noGrp="1"/>
          </p:cNvSpPr>
          <p:nvPr>
            <p:ph type="subTitle" idx="3"/>
          </p:nvPr>
        </p:nvSpPr>
        <p:spPr>
          <a:xfrm>
            <a:off x="6328500" y="2801324"/>
            <a:ext cx="2393100" cy="8619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sz="1400"/>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84" name="Google Shape;84;p15"/>
          <p:cNvSpPr txBox="1">
            <a:spLocks noGrp="1"/>
          </p:cNvSpPr>
          <p:nvPr>
            <p:ph type="title"/>
          </p:nvPr>
        </p:nvSpPr>
        <p:spPr>
          <a:xfrm>
            <a:off x="720000" y="458578"/>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700"/>
              <a:buNone/>
              <a:defRPr/>
            </a:lvl1pPr>
            <a:lvl2pPr lvl="1" rtl="0">
              <a:spcBef>
                <a:spcPts val="0"/>
              </a:spcBef>
              <a:spcAft>
                <a:spcPts val="0"/>
              </a:spcAft>
              <a:buSzPts val="2700"/>
              <a:buNone/>
              <a:defRPr/>
            </a:lvl2pPr>
            <a:lvl3pPr lvl="2" rtl="0">
              <a:spcBef>
                <a:spcPts val="0"/>
              </a:spcBef>
              <a:spcAft>
                <a:spcPts val="0"/>
              </a:spcAft>
              <a:buSzPts val="2700"/>
              <a:buNone/>
              <a:defRPr/>
            </a:lvl3pPr>
            <a:lvl4pPr lvl="3" rtl="0">
              <a:spcBef>
                <a:spcPts val="0"/>
              </a:spcBef>
              <a:spcAft>
                <a:spcPts val="0"/>
              </a:spcAft>
              <a:buSzPts val="2700"/>
              <a:buNone/>
              <a:defRPr/>
            </a:lvl4pPr>
            <a:lvl5pPr lvl="4" rtl="0">
              <a:spcBef>
                <a:spcPts val="0"/>
              </a:spcBef>
              <a:spcAft>
                <a:spcPts val="0"/>
              </a:spcAft>
              <a:buSzPts val="2700"/>
              <a:buNone/>
              <a:defRPr/>
            </a:lvl5pPr>
            <a:lvl6pPr lvl="5" rtl="0">
              <a:spcBef>
                <a:spcPts val="0"/>
              </a:spcBef>
              <a:spcAft>
                <a:spcPts val="0"/>
              </a:spcAft>
              <a:buSzPts val="2700"/>
              <a:buNone/>
              <a:defRPr/>
            </a:lvl6pPr>
            <a:lvl7pPr lvl="6" rtl="0">
              <a:spcBef>
                <a:spcPts val="0"/>
              </a:spcBef>
              <a:spcAft>
                <a:spcPts val="0"/>
              </a:spcAft>
              <a:buSzPts val="2700"/>
              <a:buNone/>
              <a:defRPr/>
            </a:lvl7pPr>
            <a:lvl8pPr lvl="7" rtl="0">
              <a:spcBef>
                <a:spcPts val="0"/>
              </a:spcBef>
              <a:spcAft>
                <a:spcPts val="0"/>
              </a:spcAft>
              <a:buSzPts val="2700"/>
              <a:buNone/>
              <a:defRPr/>
            </a:lvl8pPr>
            <a:lvl9pPr lvl="8" rtl="0">
              <a:spcBef>
                <a:spcPts val="0"/>
              </a:spcBef>
              <a:spcAft>
                <a:spcPts val="0"/>
              </a:spcAft>
              <a:buSzPts val="2700"/>
              <a:buNone/>
              <a:defRPr/>
            </a:lvl9pPr>
          </a:lstStyle>
          <a:p>
            <a:endParaRPr/>
          </a:p>
        </p:txBody>
      </p:sp>
      <p:sp>
        <p:nvSpPr>
          <p:cNvPr id="85" name="Google Shape;85;p15"/>
          <p:cNvSpPr txBox="1">
            <a:spLocks noGrp="1"/>
          </p:cNvSpPr>
          <p:nvPr>
            <p:ph type="subTitle" idx="4"/>
          </p:nvPr>
        </p:nvSpPr>
        <p:spPr>
          <a:xfrm>
            <a:off x="458650" y="2483775"/>
            <a:ext cx="2393100" cy="394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1800" b="1">
                <a:solidFill>
                  <a:schemeClr val="dk2"/>
                </a:solidFill>
                <a:latin typeface="DM Sans"/>
                <a:ea typeface="DM Sans"/>
                <a:cs typeface="DM Sans"/>
                <a:sym typeface="DM Sans"/>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86" name="Google Shape;86;p15"/>
          <p:cNvSpPr txBox="1">
            <a:spLocks noGrp="1"/>
          </p:cNvSpPr>
          <p:nvPr>
            <p:ph type="subTitle" idx="5"/>
          </p:nvPr>
        </p:nvSpPr>
        <p:spPr>
          <a:xfrm>
            <a:off x="3393575" y="2483775"/>
            <a:ext cx="2393100" cy="394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1800" b="1">
                <a:solidFill>
                  <a:schemeClr val="dk2"/>
                </a:solidFill>
                <a:latin typeface="DM Sans"/>
                <a:ea typeface="DM Sans"/>
                <a:cs typeface="DM Sans"/>
                <a:sym typeface="DM Sans"/>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
        <p:nvSpPr>
          <p:cNvPr id="87" name="Google Shape;87;p15"/>
          <p:cNvSpPr txBox="1">
            <a:spLocks noGrp="1"/>
          </p:cNvSpPr>
          <p:nvPr>
            <p:ph type="subTitle" idx="6"/>
          </p:nvPr>
        </p:nvSpPr>
        <p:spPr>
          <a:xfrm>
            <a:off x="6328500" y="2483775"/>
            <a:ext cx="2393100" cy="394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400"/>
              <a:buFont typeface="DM Sans"/>
              <a:buNone/>
              <a:defRPr sz="1800" b="1">
                <a:solidFill>
                  <a:schemeClr val="dk2"/>
                </a:solidFill>
                <a:latin typeface="DM Sans"/>
                <a:ea typeface="DM Sans"/>
                <a:cs typeface="DM Sans"/>
                <a:sym typeface="DM Sans"/>
              </a:defRPr>
            </a:lvl1pPr>
            <a:lvl2pPr lvl="1" algn="ctr" rtl="0">
              <a:lnSpc>
                <a:spcPct val="115000"/>
              </a:lnSpc>
              <a:spcBef>
                <a:spcPts val="0"/>
              </a:spcBef>
              <a:spcAft>
                <a:spcPts val="0"/>
              </a:spcAft>
              <a:buSzPts val="2400"/>
              <a:buFont typeface="DM Sans"/>
              <a:buNone/>
              <a:defRPr sz="2400" b="1">
                <a:latin typeface="DM Sans"/>
                <a:ea typeface="DM Sans"/>
                <a:cs typeface="DM Sans"/>
                <a:sym typeface="DM Sans"/>
              </a:defRPr>
            </a:lvl2pPr>
            <a:lvl3pPr lvl="2" algn="ctr" rtl="0">
              <a:lnSpc>
                <a:spcPct val="115000"/>
              </a:lnSpc>
              <a:spcBef>
                <a:spcPts val="0"/>
              </a:spcBef>
              <a:spcAft>
                <a:spcPts val="0"/>
              </a:spcAft>
              <a:buSzPts val="2400"/>
              <a:buFont typeface="DM Sans"/>
              <a:buNone/>
              <a:defRPr sz="2400" b="1">
                <a:latin typeface="DM Sans"/>
                <a:ea typeface="DM Sans"/>
                <a:cs typeface="DM Sans"/>
                <a:sym typeface="DM Sans"/>
              </a:defRPr>
            </a:lvl3pPr>
            <a:lvl4pPr lvl="3" algn="ctr" rtl="0">
              <a:lnSpc>
                <a:spcPct val="115000"/>
              </a:lnSpc>
              <a:spcBef>
                <a:spcPts val="0"/>
              </a:spcBef>
              <a:spcAft>
                <a:spcPts val="0"/>
              </a:spcAft>
              <a:buSzPts val="2400"/>
              <a:buFont typeface="DM Sans"/>
              <a:buNone/>
              <a:defRPr sz="2400" b="1">
                <a:latin typeface="DM Sans"/>
                <a:ea typeface="DM Sans"/>
                <a:cs typeface="DM Sans"/>
                <a:sym typeface="DM Sans"/>
              </a:defRPr>
            </a:lvl4pPr>
            <a:lvl5pPr lvl="4" algn="ctr" rtl="0">
              <a:lnSpc>
                <a:spcPct val="115000"/>
              </a:lnSpc>
              <a:spcBef>
                <a:spcPts val="0"/>
              </a:spcBef>
              <a:spcAft>
                <a:spcPts val="0"/>
              </a:spcAft>
              <a:buSzPts val="2400"/>
              <a:buFont typeface="DM Sans"/>
              <a:buNone/>
              <a:defRPr sz="2400" b="1">
                <a:latin typeface="DM Sans"/>
                <a:ea typeface="DM Sans"/>
                <a:cs typeface="DM Sans"/>
                <a:sym typeface="DM Sans"/>
              </a:defRPr>
            </a:lvl5pPr>
            <a:lvl6pPr lvl="5" algn="ctr" rtl="0">
              <a:lnSpc>
                <a:spcPct val="115000"/>
              </a:lnSpc>
              <a:spcBef>
                <a:spcPts val="0"/>
              </a:spcBef>
              <a:spcAft>
                <a:spcPts val="0"/>
              </a:spcAft>
              <a:buSzPts val="2400"/>
              <a:buFont typeface="DM Sans"/>
              <a:buNone/>
              <a:defRPr sz="2400" b="1">
                <a:latin typeface="DM Sans"/>
                <a:ea typeface="DM Sans"/>
                <a:cs typeface="DM Sans"/>
                <a:sym typeface="DM Sans"/>
              </a:defRPr>
            </a:lvl6pPr>
            <a:lvl7pPr lvl="6" algn="ctr" rtl="0">
              <a:lnSpc>
                <a:spcPct val="115000"/>
              </a:lnSpc>
              <a:spcBef>
                <a:spcPts val="0"/>
              </a:spcBef>
              <a:spcAft>
                <a:spcPts val="0"/>
              </a:spcAft>
              <a:buSzPts val="2400"/>
              <a:buFont typeface="DM Sans"/>
              <a:buNone/>
              <a:defRPr sz="2400" b="1">
                <a:latin typeface="DM Sans"/>
                <a:ea typeface="DM Sans"/>
                <a:cs typeface="DM Sans"/>
                <a:sym typeface="DM Sans"/>
              </a:defRPr>
            </a:lvl7pPr>
            <a:lvl8pPr lvl="7" algn="ctr" rtl="0">
              <a:lnSpc>
                <a:spcPct val="115000"/>
              </a:lnSpc>
              <a:spcBef>
                <a:spcPts val="0"/>
              </a:spcBef>
              <a:spcAft>
                <a:spcPts val="0"/>
              </a:spcAft>
              <a:buSzPts val="2400"/>
              <a:buFont typeface="DM Sans"/>
              <a:buNone/>
              <a:defRPr sz="2400" b="1">
                <a:latin typeface="DM Sans"/>
                <a:ea typeface="DM Sans"/>
                <a:cs typeface="DM Sans"/>
                <a:sym typeface="DM Sans"/>
              </a:defRPr>
            </a:lvl8pPr>
            <a:lvl9pPr lvl="8" algn="ctr" rtl="0">
              <a:lnSpc>
                <a:spcPct val="115000"/>
              </a:lnSpc>
              <a:spcBef>
                <a:spcPts val="0"/>
              </a:spcBef>
              <a:spcAft>
                <a:spcPts val="0"/>
              </a:spcAft>
              <a:buSzPts val="2400"/>
              <a:buFont typeface="DM Sans"/>
              <a:buNone/>
              <a:defRPr sz="2400" b="1">
                <a:latin typeface="DM Sans"/>
                <a:ea typeface="DM Sans"/>
                <a:cs typeface="DM Sans"/>
                <a:sym typeface="DM Sans"/>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09"/>
        <p:cNvGrpSpPr/>
        <p:nvPr/>
      </p:nvGrpSpPr>
      <p:grpSpPr>
        <a:xfrm>
          <a:off x="0" y="0"/>
          <a:ext cx="0" cy="0"/>
          <a:chOff x="0" y="0"/>
          <a:chExt cx="0" cy="0"/>
        </a:xfrm>
      </p:grpSpPr>
      <p:sp>
        <p:nvSpPr>
          <p:cNvPr id="110" name="Google Shape;110;p18"/>
          <p:cNvSpPr/>
          <p:nvPr/>
        </p:nvSpPr>
        <p:spPr>
          <a:xfrm>
            <a:off x="118400" y="146350"/>
            <a:ext cx="8907600" cy="11919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11"/>
        <p:cNvGrpSpPr/>
        <p:nvPr/>
      </p:nvGrpSpPr>
      <p:grpSpPr>
        <a:xfrm>
          <a:off x="0" y="0"/>
          <a:ext cx="0" cy="0"/>
          <a:chOff x="0" y="0"/>
          <a:chExt cx="0" cy="0"/>
        </a:xfrm>
      </p:grpSpPr>
      <p:sp>
        <p:nvSpPr>
          <p:cNvPr id="112" name="Google Shape;112;p19"/>
          <p:cNvSpPr/>
          <p:nvPr/>
        </p:nvSpPr>
        <p:spPr>
          <a:xfrm rot="5400000">
            <a:off x="4471075" y="533025"/>
            <a:ext cx="201900" cy="86283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700"/>
              <a:buFont typeface="Manrope"/>
              <a:buNone/>
              <a:defRPr sz="2700" b="1">
                <a:solidFill>
                  <a:schemeClr val="dk1"/>
                </a:solidFill>
                <a:latin typeface="Manrope"/>
                <a:ea typeface="Manrope"/>
                <a:cs typeface="Manrope"/>
                <a:sym typeface="Manrope"/>
              </a:defRPr>
            </a:lvl1pPr>
            <a:lvl2pPr lvl="1" rtl="0">
              <a:spcBef>
                <a:spcPts val="0"/>
              </a:spcBef>
              <a:spcAft>
                <a:spcPts val="0"/>
              </a:spcAft>
              <a:buClr>
                <a:schemeClr val="dk1"/>
              </a:buClr>
              <a:buSzPts val="2700"/>
              <a:buFont typeface="Manrope"/>
              <a:buNone/>
              <a:defRPr sz="2700" b="1">
                <a:solidFill>
                  <a:schemeClr val="dk1"/>
                </a:solidFill>
                <a:latin typeface="Manrope"/>
                <a:ea typeface="Manrope"/>
                <a:cs typeface="Manrope"/>
                <a:sym typeface="Manrope"/>
              </a:defRPr>
            </a:lvl2pPr>
            <a:lvl3pPr lvl="2" rtl="0">
              <a:spcBef>
                <a:spcPts val="0"/>
              </a:spcBef>
              <a:spcAft>
                <a:spcPts val="0"/>
              </a:spcAft>
              <a:buClr>
                <a:schemeClr val="dk1"/>
              </a:buClr>
              <a:buSzPts val="2700"/>
              <a:buFont typeface="Manrope"/>
              <a:buNone/>
              <a:defRPr sz="2700" b="1">
                <a:solidFill>
                  <a:schemeClr val="dk1"/>
                </a:solidFill>
                <a:latin typeface="Manrope"/>
                <a:ea typeface="Manrope"/>
                <a:cs typeface="Manrope"/>
                <a:sym typeface="Manrope"/>
              </a:defRPr>
            </a:lvl3pPr>
            <a:lvl4pPr lvl="3" rtl="0">
              <a:spcBef>
                <a:spcPts val="0"/>
              </a:spcBef>
              <a:spcAft>
                <a:spcPts val="0"/>
              </a:spcAft>
              <a:buClr>
                <a:schemeClr val="dk1"/>
              </a:buClr>
              <a:buSzPts val="2700"/>
              <a:buFont typeface="Manrope"/>
              <a:buNone/>
              <a:defRPr sz="2700" b="1">
                <a:solidFill>
                  <a:schemeClr val="dk1"/>
                </a:solidFill>
                <a:latin typeface="Manrope"/>
                <a:ea typeface="Manrope"/>
                <a:cs typeface="Manrope"/>
                <a:sym typeface="Manrope"/>
              </a:defRPr>
            </a:lvl4pPr>
            <a:lvl5pPr lvl="4" rtl="0">
              <a:spcBef>
                <a:spcPts val="0"/>
              </a:spcBef>
              <a:spcAft>
                <a:spcPts val="0"/>
              </a:spcAft>
              <a:buClr>
                <a:schemeClr val="dk1"/>
              </a:buClr>
              <a:buSzPts val="2700"/>
              <a:buFont typeface="Manrope"/>
              <a:buNone/>
              <a:defRPr sz="2700" b="1">
                <a:solidFill>
                  <a:schemeClr val="dk1"/>
                </a:solidFill>
                <a:latin typeface="Manrope"/>
                <a:ea typeface="Manrope"/>
                <a:cs typeface="Manrope"/>
                <a:sym typeface="Manrope"/>
              </a:defRPr>
            </a:lvl5pPr>
            <a:lvl6pPr lvl="5" rtl="0">
              <a:spcBef>
                <a:spcPts val="0"/>
              </a:spcBef>
              <a:spcAft>
                <a:spcPts val="0"/>
              </a:spcAft>
              <a:buClr>
                <a:schemeClr val="dk1"/>
              </a:buClr>
              <a:buSzPts val="2700"/>
              <a:buFont typeface="Manrope"/>
              <a:buNone/>
              <a:defRPr sz="2700" b="1">
                <a:solidFill>
                  <a:schemeClr val="dk1"/>
                </a:solidFill>
                <a:latin typeface="Manrope"/>
                <a:ea typeface="Manrope"/>
                <a:cs typeface="Manrope"/>
                <a:sym typeface="Manrope"/>
              </a:defRPr>
            </a:lvl6pPr>
            <a:lvl7pPr lvl="6" rtl="0">
              <a:spcBef>
                <a:spcPts val="0"/>
              </a:spcBef>
              <a:spcAft>
                <a:spcPts val="0"/>
              </a:spcAft>
              <a:buClr>
                <a:schemeClr val="dk1"/>
              </a:buClr>
              <a:buSzPts val="2700"/>
              <a:buFont typeface="Manrope"/>
              <a:buNone/>
              <a:defRPr sz="2700" b="1">
                <a:solidFill>
                  <a:schemeClr val="dk1"/>
                </a:solidFill>
                <a:latin typeface="Manrope"/>
                <a:ea typeface="Manrope"/>
                <a:cs typeface="Manrope"/>
                <a:sym typeface="Manrope"/>
              </a:defRPr>
            </a:lvl7pPr>
            <a:lvl8pPr lvl="7" rtl="0">
              <a:spcBef>
                <a:spcPts val="0"/>
              </a:spcBef>
              <a:spcAft>
                <a:spcPts val="0"/>
              </a:spcAft>
              <a:buClr>
                <a:schemeClr val="dk1"/>
              </a:buClr>
              <a:buSzPts val="2700"/>
              <a:buFont typeface="Manrope"/>
              <a:buNone/>
              <a:defRPr sz="2700" b="1">
                <a:solidFill>
                  <a:schemeClr val="dk1"/>
                </a:solidFill>
                <a:latin typeface="Manrope"/>
                <a:ea typeface="Manrope"/>
                <a:cs typeface="Manrope"/>
                <a:sym typeface="Manrope"/>
              </a:defRPr>
            </a:lvl8pPr>
            <a:lvl9pPr lvl="8" rtl="0">
              <a:spcBef>
                <a:spcPts val="0"/>
              </a:spcBef>
              <a:spcAft>
                <a:spcPts val="0"/>
              </a:spcAft>
              <a:buClr>
                <a:schemeClr val="dk1"/>
              </a:buClr>
              <a:buSzPts val="2700"/>
              <a:buFont typeface="Manrope"/>
              <a:buNone/>
              <a:defRPr sz="2700" b="1">
                <a:solidFill>
                  <a:schemeClr val="dk1"/>
                </a:solidFill>
                <a:latin typeface="Manrope"/>
                <a:ea typeface="Manrope"/>
                <a:cs typeface="Manrope"/>
                <a:sym typeface="Manrope"/>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1pPr>
            <a:lvl2pPr marL="914400" lvl="1" indent="-3175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2pPr>
            <a:lvl3pPr marL="1371600" lvl="2" indent="-3175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3pPr>
            <a:lvl4pPr marL="1828800" lvl="3" indent="-3175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4pPr>
            <a:lvl5pPr marL="2286000" lvl="4" indent="-3175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5pPr>
            <a:lvl6pPr marL="2743200" lvl="5" indent="-3175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6pPr>
            <a:lvl7pPr marL="3200400" lvl="6" indent="-3175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7pPr>
            <a:lvl8pPr marL="3657600" lvl="7" indent="-3175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8pPr>
            <a:lvl9pPr marL="4114800" lvl="8" indent="-317500">
              <a:lnSpc>
                <a:spcPct val="115000"/>
              </a:lnSpc>
              <a:spcBef>
                <a:spcPts val="0"/>
              </a:spcBef>
              <a:spcAft>
                <a:spcPts val="0"/>
              </a:spcAft>
              <a:buClr>
                <a:schemeClr val="dk1"/>
              </a:buClr>
              <a:buSzPts val="1400"/>
              <a:buFont typeface="Funnel Sans"/>
              <a:buChar char="■"/>
              <a:defRPr>
                <a:solidFill>
                  <a:schemeClr val="dk1"/>
                </a:solidFill>
                <a:latin typeface="Funnel Sans"/>
                <a:ea typeface="Funnel Sans"/>
                <a:cs typeface="Funnel Sans"/>
                <a:sym typeface="Funnel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4" r:id="rId12"/>
    <p:sldLayoutId id="214748366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pic>
        <p:nvPicPr>
          <p:cNvPr id="128" name="Google Shape;128;p24" title="programming-background-with-person-working-with-codes-computer (1).jpg"/>
          <p:cNvPicPr preferRelativeResize="0"/>
          <p:nvPr/>
        </p:nvPicPr>
        <p:blipFill rotWithShape="1">
          <a:blip r:embed="rId3">
            <a:alphaModFix/>
          </a:blip>
          <a:srcRect t="13906" r="6550" b="7347"/>
          <a:stretch/>
        </p:blipFill>
        <p:spPr>
          <a:xfrm>
            <a:off x="-2" y="0"/>
            <a:ext cx="9144003" cy="5143502"/>
          </a:xfrm>
          <a:prstGeom prst="rect">
            <a:avLst/>
          </a:prstGeom>
          <a:noFill/>
          <a:ln>
            <a:noFill/>
          </a:ln>
        </p:spPr>
      </p:pic>
      <p:grpSp>
        <p:nvGrpSpPr>
          <p:cNvPr id="129" name="Google Shape;129;p24"/>
          <p:cNvGrpSpPr/>
          <p:nvPr/>
        </p:nvGrpSpPr>
        <p:grpSpPr>
          <a:xfrm>
            <a:off x="235561" y="138786"/>
            <a:ext cx="8672875" cy="4657200"/>
            <a:chOff x="228600" y="228600"/>
            <a:chExt cx="8672875" cy="4657200"/>
          </a:xfrm>
        </p:grpSpPr>
        <p:sp>
          <p:nvSpPr>
            <p:cNvPr id="130" name="Google Shape;130;p24"/>
            <p:cNvSpPr/>
            <p:nvPr/>
          </p:nvSpPr>
          <p:spPr>
            <a:xfrm>
              <a:off x="2050375" y="257813"/>
              <a:ext cx="6851100" cy="3777600"/>
            </a:xfrm>
            <a:prstGeom prst="roundRect">
              <a:avLst>
                <a:gd name="adj" fmla="val 7195"/>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1" name="Google Shape;131;p24"/>
            <p:cNvSpPr/>
            <p:nvPr/>
          </p:nvSpPr>
          <p:spPr>
            <a:xfrm>
              <a:off x="2050375" y="4174688"/>
              <a:ext cx="6851100" cy="711000"/>
            </a:xfrm>
            <a:prstGeom prst="roundRect">
              <a:avLst>
                <a:gd name="adj" fmla="val 24504"/>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sp>
          <p:nvSpPr>
            <p:cNvPr id="133" name="Google Shape;133;p24"/>
            <p:cNvSpPr/>
            <p:nvPr/>
          </p:nvSpPr>
          <p:spPr>
            <a:xfrm>
              <a:off x="228600" y="228600"/>
              <a:ext cx="1674000" cy="4657200"/>
            </a:xfrm>
            <a:prstGeom prst="roundRect">
              <a:avLst>
                <a:gd name="adj" fmla="val 13823"/>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ato"/>
                <a:ea typeface="Lato"/>
                <a:cs typeface="Lato"/>
                <a:sym typeface="Lato"/>
              </a:endParaRPr>
            </a:p>
          </p:txBody>
        </p:sp>
      </p:grpSp>
      <p:sp>
        <p:nvSpPr>
          <p:cNvPr id="135" name="Google Shape;135;p24"/>
          <p:cNvSpPr txBox="1">
            <a:spLocks noGrp="1"/>
          </p:cNvSpPr>
          <p:nvPr>
            <p:ph type="ctrTitle"/>
          </p:nvPr>
        </p:nvSpPr>
        <p:spPr>
          <a:xfrm>
            <a:off x="2189775" y="2574050"/>
            <a:ext cx="4494000" cy="1496100"/>
          </a:xfrm>
          <a:prstGeom prst="rect">
            <a:avLst/>
          </a:prstGeom>
        </p:spPr>
        <p:txBody>
          <a:bodyPr spcFirstLastPara="1" wrap="square" lIns="91425" tIns="91425" rIns="91425" bIns="91425" anchor="b" anchorCtr="0">
            <a:noAutofit/>
          </a:bodyPr>
          <a:lstStyle/>
          <a:p>
            <a:pPr lvl="0"/>
            <a:r>
              <a:rPr lang="en-US" sz="3600" dirty="0"/>
              <a:t>SOFTWARE TESTING PROJECT</a:t>
            </a:r>
            <a:endParaRPr sz="3600" dirty="0"/>
          </a:p>
        </p:txBody>
      </p:sp>
      <p:sp>
        <p:nvSpPr>
          <p:cNvPr id="136" name="Google Shape;136;p24"/>
          <p:cNvSpPr txBox="1">
            <a:spLocks noGrp="1"/>
          </p:cNvSpPr>
          <p:nvPr>
            <p:ph type="subTitle" idx="1"/>
          </p:nvPr>
        </p:nvSpPr>
        <p:spPr>
          <a:xfrm>
            <a:off x="2189775" y="4320186"/>
            <a:ext cx="57999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Vanesa </a:t>
            </a:r>
            <a:r>
              <a:rPr lang="en-US" dirty="0" err="1"/>
              <a:t>Erindi</a:t>
            </a:r>
            <a:r>
              <a:rPr lang="en-US" dirty="0"/>
              <a:t>, Lea Lila, Natalia Simaku</a:t>
            </a:r>
            <a:endParaRPr dirty="0"/>
          </a:p>
        </p:txBody>
      </p:sp>
      <p:sp>
        <p:nvSpPr>
          <p:cNvPr id="2" name="TextBox 1">
            <a:extLst>
              <a:ext uri="{FF2B5EF4-FFF2-40B4-BE49-F238E27FC236}">
                <a16:creationId xmlns:a16="http://schemas.microsoft.com/office/drawing/2014/main" id="{CF6C5643-8AC2-1F4E-28C2-39CFB40785DA}"/>
              </a:ext>
            </a:extLst>
          </p:cNvPr>
          <p:cNvSpPr txBox="1"/>
          <p:nvPr/>
        </p:nvSpPr>
        <p:spPr>
          <a:xfrm>
            <a:off x="408878" y="401444"/>
            <a:ext cx="1271239" cy="3077766"/>
          </a:xfrm>
          <a:prstGeom prst="rect">
            <a:avLst/>
          </a:prstGeom>
          <a:noFill/>
        </p:spPr>
        <p:txBody>
          <a:bodyPr wrap="square" rtlCol="0">
            <a:spAutoFit/>
          </a:bodyPr>
          <a:lstStyle/>
          <a:p>
            <a:r>
              <a:rPr lang="en-US" dirty="0">
                <a:solidFill>
                  <a:schemeClr val="tx1"/>
                </a:solidFill>
              </a:rPr>
              <a:t>Electronic Store </a:t>
            </a:r>
          </a:p>
          <a:p>
            <a:endParaRPr lang="en-US" dirty="0">
              <a:solidFill>
                <a:schemeClr val="tx1"/>
              </a:solidFill>
            </a:endParaRPr>
          </a:p>
          <a:p>
            <a:r>
              <a:rPr lang="en-US" dirty="0">
                <a:solidFill>
                  <a:schemeClr val="tx1"/>
                </a:solidFill>
              </a:rPr>
              <a:t> </a:t>
            </a:r>
          </a:p>
          <a:p>
            <a:r>
              <a:rPr lang="en-US" dirty="0">
                <a:solidFill>
                  <a:schemeClr val="tx1"/>
                </a:solidFill>
              </a:rPr>
              <a:t>POS Management System</a:t>
            </a:r>
          </a:p>
          <a:p>
            <a:endParaRPr lang="en-US" dirty="0">
              <a:solidFill>
                <a:schemeClr val="tx1"/>
              </a:solidFill>
            </a:endParaRPr>
          </a:p>
          <a:p>
            <a:br>
              <a:rPr lang="en-US" dirty="0">
                <a:solidFill>
                  <a:schemeClr val="tx1"/>
                </a:solidFill>
              </a:rPr>
            </a:br>
            <a:r>
              <a:rPr lang="en-US" dirty="0">
                <a:solidFill>
                  <a:schemeClr val="tx1"/>
                </a:solidFill>
              </a:rPr>
              <a:t>Software Testing &amp; Quality Assurance</a:t>
            </a:r>
          </a:p>
          <a:p>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26"/>
          <p:cNvSpPr txBox="1">
            <a:spLocks noGrp="1"/>
          </p:cNvSpPr>
          <p:nvPr>
            <p:ph type="title"/>
          </p:nvPr>
        </p:nvSpPr>
        <p:spPr>
          <a:xfrm>
            <a:off x="3979600" y="228600"/>
            <a:ext cx="44445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183" name="Google Shape;183;p26"/>
          <p:cNvSpPr txBox="1">
            <a:spLocks noGrp="1"/>
          </p:cNvSpPr>
          <p:nvPr>
            <p:ph type="subTitle" idx="1"/>
          </p:nvPr>
        </p:nvSpPr>
        <p:spPr>
          <a:xfrm>
            <a:off x="731400" y="921000"/>
            <a:ext cx="2892900" cy="44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THEORY LESSON</a:t>
            </a:r>
            <a:endParaRPr/>
          </a:p>
        </p:txBody>
      </p:sp>
      <p:sp>
        <p:nvSpPr>
          <p:cNvPr id="184" name="Google Shape;184;p26"/>
          <p:cNvSpPr txBox="1">
            <a:spLocks noGrp="1"/>
          </p:cNvSpPr>
          <p:nvPr>
            <p:ph type="title" idx="2"/>
          </p:nvPr>
        </p:nvSpPr>
        <p:spPr>
          <a:xfrm>
            <a:off x="228600" y="921000"/>
            <a:ext cx="502800" cy="446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01</a:t>
            </a:r>
            <a:endParaRPr/>
          </a:p>
        </p:txBody>
      </p:sp>
      <p:sp>
        <p:nvSpPr>
          <p:cNvPr id="185" name="Google Shape;185;p26"/>
          <p:cNvSpPr txBox="1">
            <a:spLocks noGrp="1"/>
          </p:cNvSpPr>
          <p:nvPr>
            <p:ph type="subTitle" idx="3"/>
          </p:nvPr>
        </p:nvSpPr>
        <p:spPr>
          <a:xfrm>
            <a:off x="4036800" y="921000"/>
            <a:ext cx="4878900" cy="446100"/>
          </a:xfrm>
          <a:prstGeom prst="rect">
            <a:avLst/>
          </a:prstGeom>
        </p:spPr>
        <p:txBody>
          <a:bodyPr spcFirstLastPara="1" wrap="square" lIns="91425" tIns="91425" rIns="91425" bIns="91425" anchor="ctr" anchorCtr="0">
            <a:noAutofit/>
          </a:bodyPr>
          <a:lstStyle/>
          <a:p>
            <a:pPr marL="0" lvl="0" indent="0"/>
            <a:r>
              <a:rPr lang="en-US" dirty="0"/>
              <a:t>Overview of software testing concepts used</a:t>
            </a:r>
            <a:endParaRPr dirty="0"/>
          </a:p>
        </p:txBody>
      </p:sp>
      <p:sp>
        <p:nvSpPr>
          <p:cNvPr id="186" name="Google Shape;186;p26"/>
          <p:cNvSpPr txBox="1">
            <a:spLocks noGrp="1"/>
          </p:cNvSpPr>
          <p:nvPr>
            <p:ph type="subTitle" idx="4"/>
          </p:nvPr>
        </p:nvSpPr>
        <p:spPr>
          <a:xfrm>
            <a:off x="731400" y="1427864"/>
            <a:ext cx="2892900" cy="44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FEATURES OF THE TOPIC</a:t>
            </a:r>
            <a:endParaRPr/>
          </a:p>
        </p:txBody>
      </p:sp>
      <p:sp>
        <p:nvSpPr>
          <p:cNvPr id="187" name="Google Shape;187;p26"/>
          <p:cNvSpPr txBox="1">
            <a:spLocks noGrp="1"/>
          </p:cNvSpPr>
          <p:nvPr>
            <p:ph type="title" idx="5"/>
          </p:nvPr>
        </p:nvSpPr>
        <p:spPr>
          <a:xfrm>
            <a:off x="228600" y="1427866"/>
            <a:ext cx="502800" cy="446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02</a:t>
            </a:r>
            <a:endParaRPr/>
          </a:p>
        </p:txBody>
      </p:sp>
      <p:sp>
        <p:nvSpPr>
          <p:cNvPr id="188" name="Google Shape;188;p26"/>
          <p:cNvSpPr txBox="1">
            <a:spLocks noGrp="1"/>
          </p:cNvSpPr>
          <p:nvPr>
            <p:ph type="subTitle" idx="6"/>
          </p:nvPr>
        </p:nvSpPr>
        <p:spPr>
          <a:xfrm>
            <a:off x="4036800" y="1427866"/>
            <a:ext cx="4878900" cy="446100"/>
          </a:xfrm>
          <a:prstGeom prst="rect">
            <a:avLst/>
          </a:prstGeom>
        </p:spPr>
        <p:txBody>
          <a:bodyPr spcFirstLastPara="1" wrap="square" lIns="91425" tIns="91425" rIns="91425" bIns="91425" anchor="ctr" anchorCtr="0">
            <a:noAutofit/>
          </a:bodyPr>
          <a:lstStyle/>
          <a:p>
            <a:pPr marL="0" lvl="0" indent="0"/>
            <a:r>
              <a:rPr lang="en-US" dirty="0"/>
              <a:t>Testing techniques applied in the project</a:t>
            </a:r>
            <a:endParaRPr dirty="0"/>
          </a:p>
        </p:txBody>
      </p:sp>
      <p:sp>
        <p:nvSpPr>
          <p:cNvPr id="189" name="Google Shape;189;p26"/>
          <p:cNvSpPr txBox="1">
            <a:spLocks noGrp="1"/>
          </p:cNvSpPr>
          <p:nvPr>
            <p:ph type="subTitle" idx="7"/>
          </p:nvPr>
        </p:nvSpPr>
        <p:spPr>
          <a:xfrm>
            <a:off x="731400" y="1934729"/>
            <a:ext cx="2892900" cy="44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TIPS</a:t>
            </a:r>
            <a:endParaRPr/>
          </a:p>
        </p:txBody>
      </p:sp>
      <p:sp>
        <p:nvSpPr>
          <p:cNvPr id="190" name="Google Shape;190;p26"/>
          <p:cNvSpPr txBox="1">
            <a:spLocks noGrp="1"/>
          </p:cNvSpPr>
          <p:nvPr>
            <p:ph type="title" idx="8"/>
          </p:nvPr>
        </p:nvSpPr>
        <p:spPr>
          <a:xfrm>
            <a:off x="228600" y="1934732"/>
            <a:ext cx="502800" cy="446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03</a:t>
            </a:r>
            <a:endParaRPr/>
          </a:p>
        </p:txBody>
      </p:sp>
      <p:sp>
        <p:nvSpPr>
          <p:cNvPr id="191" name="Google Shape;191;p26"/>
          <p:cNvSpPr txBox="1">
            <a:spLocks noGrp="1"/>
          </p:cNvSpPr>
          <p:nvPr>
            <p:ph type="subTitle" idx="9"/>
          </p:nvPr>
        </p:nvSpPr>
        <p:spPr>
          <a:xfrm>
            <a:off x="4036800" y="1934732"/>
            <a:ext cx="4878900" cy="446100"/>
          </a:xfrm>
          <a:prstGeom prst="rect">
            <a:avLst/>
          </a:prstGeom>
        </p:spPr>
        <p:txBody>
          <a:bodyPr spcFirstLastPara="1" wrap="square" lIns="91425" tIns="91425" rIns="91425" bIns="91425" anchor="ctr" anchorCtr="0">
            <a:noAutofit/>
          </a:bodyPr>
          <a:lstStyle/>
          <a:p>
            <a:pPr marL="0" lvl="0" indent="0"/>
            <a:r>
              <a:rPr lang="en-US" dirty="0"/>
              <a:t>Tools, standards, and best practices</a:t>
            </a:r>
            <a:endParaRPr dirty="0"/>
          </a:p>
        </p:txBody>
      </p:sp>
      <p:sp>
        <p:nvSpPr>
          <p:cNvPr id="192" name="Google Shape;192;p26"/>
          <p:cNvSpPr txBox="1">
            <a:spLocks noGrp="1"/>
          </p:cNvSpPr>
          <p:nvPr>
            <p:ph type="subTitle" idx="13"/>
          </p:nvPr>
        </p:nvSpPr>
        <p:spPr>
          <a:xfrm>
            <a:off x="731400" y="2441593"/>
            <a:ext cx="2892900" cy="44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PRACTICAL EXERCISE</a:t>
            </a:r>
            <a:endParaRPr/>
          </a:p>
        </p:txBody>
      </p:sp>
      <p:sp>
        <p:nvSpPr>
          <p:cNvPr id="193" name="Google Shape;193;p26"/>
          <p:cNvSpPr txBox="1">
            <a:spLocks noGrp="1"/>
          </p:cNvSpPr>
          <p:nvPr>
            <p:ph type="title" idx="14"/>
          </p:nvPr>
        </p:nvSpPr>
        <p:spPr>
          <a:xfrm>
            <a:off x="228600" y="2441598"/>
            <a:ext cx="502800" cy="446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04</a:t>
            </a:r>
            <a:endParaRPr/>
          </a:p>
        </p:txBody>
      </p:sp>
      <p:sp>
        <p:nvSpPr>
          <p:cNvPr id="194" name="Google Shape;194;p26"/>
          <p:cNvSpPr txBox="1">
            <a:spLocks noGrp="1"/>
          </p:cNvSpPr>
          <p:nvPr>
            <p:ph type="subTitle" idx="15"/>
          </p:nvPr>
        </p:nvSpPr>
        <p:spPr>
          <a:xfrm>
            <a:off x="4036800" y="2441598"/>
            <a:ext cx="4878900" cy="446100"/>
          </a:xfrm>
          <a:prstGeom prst="rect">
            <a:avLst/>
          </a:prstGeom>
        </p:spPr>
        <p:txBody>
          <a:bodyPr spcFirstLastPara="1" wrap="square" lIns="91425" tIns="91425" rIns="91425" bIns="91425" anchor="ctr" anchorCtr="0">
            <a:noAutofit/>
          </a:bodyPr>
          <a:lstStyle/>
          <a:p>
            <a:pPr marL="0" lvl="0" indent="0"/>
            <a:r>
              <a:rPr lang="en-US" dirty="0"/>
              <a:t>Applied test cases and execution</a:t>
            </a:r>
            <a:endParaRPr dirty="0"/>
          </a:p>
        </p:txBody>
      </p:sp>
      <p:sp>
        <p:nvSpPr>
          <p:cNvPr id="195" name="Google Shape;195;p26"/>
          <p:cNvSpPr txBox="1">
            <a:spLocks noGrp="1"/>
          </p:cNvSpPr>
          <p:nvPr>
            <p:ph type="subTitle" idx="16"/>
          </p:nvPr>
        </p:nvSpPr>
        <p:spPr>
          <a:xfrm>
            <a:off x="731400" y="2948458"/>
            <a:ext cx="2892900" cy="44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GROUP DISCUSSION</a:t>
            </a:r>
            <a:endParaRPr/>
          </a:p>
        </p:txBody>
      </p:sp>
      <p:sp>
        <p:nvSpPr>
          <p:cNvPr id="196" name="Google Shape;196;p26"/>
          <p:cNvSpPr txBox="1">
            <a:spLocks noGrp="1"/>
          </p:cNvSpPr>
          <p:nvPr>
            <p:ph type="title" idx="17"/>
          </p:nvPr>
        </p:nvSpPr>
        <p:spPr>
          <a:xfrm>
            <a:off x="228600" y="2948464"/>
            <a:ext cx="502800" cy="446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05</a:t>
            </a:r>
            <a:endParaRPr/>
          </a:p>
        </p:txBody>
      </p:sp>
      <p:sp>
        <p:nvSpPr>
          <p:cNvPr id="197" name="Google Shape;197;p26"/>
          <p:cNvSpPr txBox="1">
            <a:spLocks noGrp="1"/>
          </p:cNvSpPr>
          <p:nvPr>
            <p:ph type="subTitle" idx="18"/>
          </p:nvPr>
        </p:nvSpPr>
        <p:spPr>
          <a:xfrm>
            <a:off x="4036800" y="2948464"/>
            <a:ext cx="4878900" cy="446100"/>
          </a:xfrm>
          <a:prstGeom prst="rect">
            <a:avLst/>
          </a:prstGeom>
        </p:spPr>
        <p:txBody>
          <a:bodyPr spcFirstLastPara="1" wrap="square" lIns="91425" tIns="91425" rIns="91425" bIns="91425" anchor="ctr" anchorCtr="0">
            <a:noAutofit/>
          </a:bodyPr>
          <a:lstStyle/>
          <a:p>
            <a:pPr marL="0" lvl="0" indent="0"/>
            <a:r>
              <a:rPr lang="en-US" dirty="0"/>
              <a:t>Division of work per participant</a:t>
            </a:r>
            <a:endParaRPr dirty="0"/>
          </a:p>
        </p:txBody>
      </p:sp>
      <p:sp>
        <p:nvSpPr>
          <p:cNvPr id="198" name="Google Shape;198;p26"/>
          <p:cNvSpPr txBox="1">
            <a:spLocks noGrp="1"/>
          </p:cNvSpPr>
          <p:nvPr>
            <p:ph type="subTitle" idx="19"/>
          </p:nvPr>
        </p:nvSpPr>
        <p:spPr>
          <a:xfrm>
            <a:off x="731400" y="3455322"/>
            <a:ext cx="2892900" cy="44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KNOWLEDGE CHECK</a:t>
            </a:r>
            <a:endParaRPr/>
          </a:p>
        </p:txBody>
      </p:sp>
      <p:sp>
        <p:nvSpPr>
          <p:cNvPr id="199" name="Google Shape;199;p26"/>
          <p:cNvSpPr txBox="1">
            <a:spLocks noGrp="1"/>
          </p:cNvSpPr>
          <p:nvPr>
            <p:ph type="title" idx="20"/>
          </p:nvPr>
        </p:nvSpPr>
        <p:spPr>
          <a:xfrm>
            <a:off x="228600" y="3455330"/>
            <a:ext cx="502800" cy="446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06</a:t>
            </a:r>
            <a:endParaRPr/>
          </a:p>
        </p:txBody>
      </p:sp>
      <p:sp>
        <p:nvSpPr>
          <p:cNvPr id="200" name="Google Shape;200;p26"/>
          <p:cNvSpPr txBox="1">
            <a:spLocks noGrp="1"/>
          </p:cNvSpPr>
          <p:nvPr>
            <p:ph type="subTitle" idx="21"/>
          </p:nvPr>
        </p:nvSpPr>
        <p:spPr>
          <a:xfrm>
            <a:off x="4036800" y="3455330"/>
            <a:ext cx="4878900" cy="446100"/>
          </a:xfrm>
          <a:prstGeom prst="rect">
            <a:avLst/>
          </a:prstGeom>
        </p:spPr>
        <p:txBody>
          <a:bodyPr spcFirstLastPara="1" wrap="square" lIns="91425" tIns="91425" rIns="91425" bIns="91425" anchor="ctr" anchorCtr="0">
            <a:noAutofit/>
          </a:bodyPr>
          <a:lstStyle/>
          <a:p>
            <a:pPr marL="0" lvl="0" indent="0"/>
            <a:r>
              <a:rPr lang="en-US" dirty="0"/>
              <a:t>Testing coverage and validation</a:t>
            </a:r>
            <a:endParaRPr dirty="0"/>
          </a:p>
        </p:txBody>
      </p:sp>
      <p:sp>
        <p:nvSpPr>
          <p:cNvPr id="201" name="Google Shape;201;p26"/>
          <p:cNvSpPr txBox="1">
            <a:spLocks noGrp="1"/>
          </p:cNvSpPr>
          <p:nvPr>
            <p:ph type="subTitle" idx="22"/>
          </p:nvPr>
        </p:nvSpPr>
        <p:spPr>
          <a:xfrm>
            <a:off x="731400" y="3962187"/>
            <a:ext cx="2892900" cy="44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LEARNER REFLECTIONS</a:t>
            </a:r>
            <a:endParaRPr/>
          </a:p>
        </p:txBody>
      </p:sp>
      <p:sp>
        <p:nvSpPr>
          <p:cNvPr id="202" name="Google Shape;202;p26"/>
          <p:cNvSpPr txBox="1">
            <a:spLocks noGrp="1"/>
          </p:cNvSpPr>
          <p:nvPr>
            <p:ph type="title" idx="23"/>
          </p:nvPr>
        </p:nvSpPr>
        <p:spPr>
          <a:xfrm>
            <a:off x="228600" y="3962196"/>
            <a:ext cx="502800" cy="446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07</a:t>
            </a:r>
            <a:endParaRPr/>
          </a:p>
        </p:txBody>
      </p:sp>
      <p:sp>
        <p:nvSpPr>
          <p:cNvPr id="203" name="Google Shape;203;p26"/>
          <p:cNvSpPr txBox="1">
            <a:spLocks noGrp="1"/>
          </p:cNvSpPr>
          <p:nvPr>
            <p:ph type="subTitle" idx="24"/>
          </p:nvPr>
        </p:nvSpPr>
        <p:spPr>
          <a:xfrm>
            <a:off x="4036800" y="3962196"/>
            <a:ext cx="4878900" cy="446100"/>
          </a:xfrm>
          <a:prstGeom prst="rect">
            <a:avLst/>
          </a:prstGeom>
        </p:spPr>
        <p:txBody>
          <a:bodyPr spcFirstLastPara="1" wrap="square" lIns="91425" tIns="91425" rIns="91425" bIns="91425" anchor="ctr" anchorCtr="0">
            <a:noAutofit/>
          </a:bodyPr>
          <a:lstStyle/>
          <a:p>
            <a:pPr marL="0" lvl="0" indent="0"/>
            <a:r>
              <a:rPr lang="en-US" dirty="0"/>
              <a:t>What each member achieved</a:t>
            </a:r>
            <a:endParaRPr dirty="0"/>
          </a:p>
        </p:txBody>
      </p:sp>
      <p:sp>
        <p:nvSpPr>
          <p:cNvPr id="204" name="Google Shape;204;p26"/>
          <p:cNvSpPr txBox="1">
            <a:spLocks noGrp="1"/>
          </p:cNvSpPr>
          <p:nvPr>
            <p:ph type="subTitle" idx="25"/>
          </p:nvPr>
        </p:nvSpPr>
        <p:spPr>
          <a:xfrm>
            <a:off x="731400" y="4469051"/>
            <a:ext cx="2892900" cy="446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KEY TAKEAWAYS</a:t>
            </a:r>
            <a:endParaRPr/>
          </a:p>
        </p:txBody>
      </p:sp>
      <p:sp>
        <p:nvSpPr>
          <p:cNvPr id="205" name="Google Shape;205;p26"/>
          <p:cNvSpPr txBox="1">
            <a:spLocks noGrp="1"/>
          </p:cNvSpPr>
          <p:nvPr>
            <p:ph type="title" idx="26"/>
          </p:nvPr>
        </p:nvSpPr>
        <p:spPr>
          <a:xfrm>
            <a:off x="228600" y="4469062"/>
            <a:ext cx="502800" cy="4461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08</a:t>
            </a:r>
            <a:endParaRPr/>
          </a:p>
        </p:txBody>
      </p:sp>
      <p:sp>
        <p:nvSpPr>
          <p:cNvPr id="206" name="Google Shape;206;p26"/>
          <p:cNvSpPr txBox="1">
            <a:spLocks noGrp="1"/>
          </p:cNvSpPr>
          <p:nvPr>
            <p:ph type="subTitle" idx="27"/>
          </p:nvPr>
        </p:nvSpPr>
        <p:spPr>
          <a:xfrm>
            <a:off x="4036800" y="4469062"/>
            <a:ext cx="4878900" cy="446100"/>
          </a:xfrm>
          <a:prstGeom prst="rect">
            <a:avLst/>
          </a:prstGeom>
        </p:spPr>
        <p:txBody>
          <a:bodyPr spcFirstLastPara="1" wrap="square" lIns="91425" tIns="91425" rIns="91425" bIns="91425" anchor="ctr" anchorCtr="0">
            <a:noAutofit/>
          </a:bodyPr>
          <a:lstStyle/>
          <a:p>
            <a:pPr marL="0" lvl="0" indent="0"/>
            <a:r>
              <a:rPr lang="en-US" dirty="0"/>
              <a:t>Final conclusions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grpSp>
        <p:nvGrpSpPr>
          <p:cNvPr id="224" name="Google Shape;224;p28"/>
          <p:cNvGrpSpPr/>
          <p:nvPr/>
        </p:nvGrpSpPr>
        <p:grpSpPr>
          <a:xfrm>
            <a:off x="118400" y="1505425"/>
            <a:ext cx="8907125" cy="3547250"/>
            <a:chOff x="118400" y="1505425"/>
            <a:chExt cx="8907125" cy="3547250"/>
          </a:xfrm>
        </p:grpSpPr>
        <p:sp>
          <p:nvSpPr>
            <p:cNvPr id="225" name="Google Shape;225;p28"/>
            <p:cNvSpPr/>
            <p:nvPr/>
          </p:nvSpPr>
          <p:spPr>
            <a:xfrm>
              <a:off x="118400" y="1505425"/>
              <a:ext cx="8907000" cy="3158400"/>
            </a:xfrm>
            <a:prstGeom prst="roundRect">
              <a:avLst>
                <a:gd name="adj" fmla="val 5521"/>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Funnel Sans"/>
                <a:ea typeface="Funnel Sans"/>
                <a:cs typeface="Funnel Sans"/>
                <a:sym typeface="Funnel Sans"/>
              </a:endParaRPr>
            </a:p>
          </p:txBody>
        </p:sp>
        <p:sp>
          <p:nvSpPr>
            <p:cNvPr id="226" name="Google Shape;226;p28"/>
            <p:cNvSpPr/>
            <p:nvPr/>
          </p:nvSpPr>
          <p:spPr>
            <a:xfrm rot="5400000">
              <a:off x="4471075" y="498225"/>
              <a:ext cx="201900" cy="89070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grpSp>
      <p:sp>
        <p:nvSpPr>
          <p:cNvPr id="227" name="Google Shape;227;p28"/>
          <p:cNvSpPr txBox="1">
            <a:spLocks noGrp="1"/>
          </p:cNvSpPr>
          <p:nvPr>
            <p:ph type="title"/>
          </p:nvPr>
        </p:nvSpPr>
        <p:spPr>
          <a:xfrm>
            <a:off x="720000" y="455950"/>
            <a:ext cx="7704000" cy="572700"/>
          </a:xfrm>
          <a:prstGeom prst="rect">
            <a:avLst/>
          </a:prstGeom>
        </p:spPr>
        <p:txBody>
          <a:bodyPr spcFirstLastPara="1" wrap="square" lIns="91425" tIns="91425" rIns="91425" bIns="91425" anchor="t" anchorCtr="0">
            <a:noAutofit/>
          </a:bodyPr>
          <a:lstStyle/>
          <a:p>
            <a:pPr lvl="0"/>
            <a:r>
              <a:rPr lang="en-US" dirty="0"/>
              <a:t>THEORY LESSON</a:t>
            </a:r>
            <a:endParaRPr dirty="0"/>
          </a:p>
        </p:txBody>
      </p:sp>
      <p:sp>
        <p:nvSpPr>
          <p:cNvPr id="228" name="Google Shape;228;p28"/>
          <p:cNvSpPr txBox="1">
            <a:spLocks noGrp="1"/>
          </p:cNvSpPr>
          <p:nvPr>
            <p:ph type="subTitle" idx="1"/>
          </p:nvPr>
        </p:nvSpPr>
        <p:spPr>
          <a:xfrm>
            <a:off x="691650" y="1812409"/>
            <a:ext cx="7760700" cy="2614800"/>
          </a:xfrm>
          <a:prstGeom prst="rect">
            <a:avLst/>
          </a:prstGeom>
        </p:spPr>
        <p:txBody>
          <a:bodyPr spcFirstLastPara="1" wrap="square" lIns="91425" tIns="91425" rIns="91425" bIns="91425" anchor="t" anchorCtr="0">
            <a:noAutofit/>
          </a:bodyPr>
          <a:lstStyle/>
          <a:p>
            <a:pPr marL="0" lvl="0" indent="0"/>
            <a:r>
              <a:rPr lang="en-US" sz="1800" dirty="0"/>
              <a:t>This project focuses on applying fundamental software testing techniques to a </a:t>
            </a:r>
            <a:r>
              <a:rPr lang="en-US" sz="1800" b="1" dirty="0"/>
              <a:t>POS Management System designed for an electronic store</a:t>
            </a:r>
            <a:r>
              <a:rPr lang="en-US" sz="1800" dirty="0"/>
              <a:t>.</a:t>
            </a:r>
            <a:br>
              <a:rPr lang="en-US" sz="1800" dirty="0"/>
            </a:br>
            <a:r>
              <a:rPr lang="en-US" sz="1800" dirty="0"/>
              <a:t>The testing process was carried out to verify the system’s </a:t>
            </a:r>
            <a:r>
              <a:rPr lang="en-US" sz="1800" b="1" dirty="0"/>
              <a:t>correctness, reliability, and robustness</a:t>
            </a:r>
            <a:r>
              <a:rPr lang="en-US" sz="1800" dirty="0"/>
              <a:t>, ensuring accurate transactions, proper inventory handling, and stable performance in a real-world retail environment.</a:t>
            </a:r>
            <a:endParaRPr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5" name="Google Shape;235;p29"/>
          <p:cNvSpPr/>
          <p:nvPr/>
        </p:nvSpPr>
        <p:spPr>
          <a:xfrm>
            <a:off x="170985" y="1442700"/>
            <a:ext cx="8744415" cy="3261600"/>
          </a:xfrm>
          <a:prstGeom prst="roundRect">
            <a:avLst>
              <a:gd name="adj" fmla="val 9023"/>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
        <p:nvSpPr>
          <p:cNvPr id="236" name="Google Shape;236;p29"/>
          <p:cNvSpPr txBox="1">
            <a:spLocks noGrp="1"/>
          </p:cNvSpPr>
          <p:nvPr>
            <p:ph type="title"/>
          </p:nvPr>
        </p:nvSpPr>
        <p:spPr>
          <a:xfrm>
            <a:off x="720000" y="458578"/>
            <a:ext cx="7704000" cy="572700"/>
          </a:xfrm>
          <a:prstGeom prst="rect">
            <a:avLst/>
          </a:prstGeom>
        </p:spPr>
        <p:txBody>
          <a:bodyPr spcFirstLastPara="1" wrap="square" lIns="91425" tIns="91425" rIns="91425" bIns="91425" anchor="t" anchorCtr="0">
            <a:noAutofit/>
          </a:bodyPr>
          <a:lstStyle/>
          <a:p>
            <a:pPr lvl="0"/>
            <a:r>
              <a:rPr lang="en-US" dirty="0"/>
              <a:t>FEATURES OF THE TOPIC</a:t>
            </a:r>
            <a:endParaRPr dirty="0"/>
          </a:p>
        </p:txBody>
      </p:sp>
      <p:sp>
        <p:nvSpPr>
          <p:cNvPr id="239" name="Google Shape;239;p29"/>
          <p:cNvSpPr txBox="1">
            <a:spLocks noGrp="1"/>
          </p:cNvSpPr>
          <p:nvPr>
            <p:ph type="subTitle" idx="3"/>
          </p:nvPr>
        </p:nvSpPr>
        <p:spPr>
          <a:xfrm>
            <a:off x="228600" y="1568605"/>
            <a:ext cx="8493000" cy="3116317"/>
          </a:xfrm>
          <a:prstGeom prst="rect">
            <a:avLst/>
          </a:prstGeom>
        </p:spPr>
        <p:txBody>
          <a:bodyPr spcFirstLastPara="1" wrap="square" lIns="91425" tIns="91425" rIns="91425" bIns="91425" anchor="t" anchorCtr="0">
            <a:noAutofit/>
          </a:bodyPr>
          <a:lstStyle/>
          <a:p>
            <a:pPr marL="0" lvl="0" indent="0"/>
            <a:r>
              <a:rPr lang="en-US" dirty="0"/>
              <a:t>• </a:t>
            </a:r>
            <a:r>
              <a:rPr lang="en-US" b="1" dirty="0"/>
              <a:t>Boundary Value Testing (BVT):</a:t>
            </a:r>
            <a:r>
              <a:rPr lang="en-US" dirty="0"/>
              <a:t> Tests system behavior at minimum and maximum input limits</a:t>
            </a:r>
            <a:br>
              <a:rPr lang="en-US" dirty="0"/>
            </a:br>
            <a:r>
              <a:rPr lang="en-US" dirty="0"/>
              <a:t>• </a:t>
            </a:r>
            <a:r>
              <a:rPr lang="en-US" b="1" dirty="0"/>
              <a:t>Equivalence Class Testing (ECT):</a:t>
            </a:r>
            <a:r>
              <a:rPr lang="en-US" dirty="0"/>
              <a:t> Groups similar inputs to reduce test cases while maintaining coverage</a:t>
            </a:r>
            <a:br>
              <a:rPr lang="en-US" dirty="0"/>
            </a:br>
            <a:r>
              <a:rPr lang="en-US" dirty="0"/>
              <a:t>• </a:t>
            </a:r>
            <a:r>
              <a:rPr lang="en-US" b="1" dirty="0"/>
              <a:t>Code Coverage:</a:t>
            </a:r>
            <a:r>
              <a:rPr lang="en-US" dirty="0"/>
              <a:t> Measures test effectiveness using Statement, Branch, Condition, and MC/DC coverage</a:t>
            </a:r>
            <a:br>
              <a:rPr lang="en-US" dirty="0"/>
            </a:br>
            <a:r>
              <a:rPr lang="en-US" dirty="0"/>
              <a:t>• </a:t>
            </a:r>
            <a:r>
              <a:rPr lang="en-US" b="1" dirty="0"/>
              <a:t>Unit, Integration, and System Testing:</a:t>
            </a:r>
            <a:r>
              <a:rPr lang="en-US" dirty="0"/>
              <a:t> Ensures individual modules, their interactions, and the complete system work correctly</a:t>
            </a:r>
            <a:br>
              <a:rPr lang="en-US" dirty="0"/>
            </a:br>
            <a:r>
              <a:rPr lang="en-US" dirty="0"/>
              <a:t>• </a:t>
            </a:r>
            <a:r>
              <a:rPr lang="en-US" b="1" dirty="0"/>
              <a:t>Static Testing using SonarQube:</a:t>
            </a:r>
            <a:r>
              <a:rPr lang="en-US" dirty="0"/>
              <a:t> Analyzes code quality, detects bugs, vulnerabilities, and code smells without execution</a:t>
            </a:r>
            <a:endParaRPr dirty="0"/>
          </a:p>
        </p:txBody>
      </p:sp>
      <p:sp>
        <p:nvSpPr>
          <p:cNvPr id="243" name="Google Shape;243;p29"/>
          <p:cNvSpPr/>
          <p:nvPr/>
        </p:nvSpPr>
        <p:spPr>
          <a:xfrm rot="5400000">
            <a:off x="4471075" y="498225"/>
            <a:ext cx="201900" cy="89070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2"/>
          <p:cNvSpPr/>
          <p:nvPr/>
        </p:nvSpPr>
        <p:spPr>
          <a:xfrm>
            <a:off x="3345513" y="3424175"/>
            <a:ext cx="887100" cy="8871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
        <p:nvSpPr>
          <p:cNvPr id="291" name="Google Shape;291;p32"/>
          <p:cNvSpPr/>
          <p:nvPr/>
        </p:nvSpPr>
        <p:spPr>
          <a:xfrm>
            <a:off x="4913788" y="3424175"/>
            <a:ext cx="887100" cy="8871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
        <p:nvSpPr>
          <p:cNvPr id="292" name="Google Shape;292;p32"/>
          <p:cNvSpPr/>
          <p:nvPr/>
        </p:nvSpPr>
        <p:spPr>
          <a:xfrm>
            <a:off x="6482063" y="3424175"/>
            <a:ext cx="887100" cy="8871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
        <p:nvSpPr>
          <p:cNvPr id="293" name="Google Shape;293;p32"/>
          <p:cNvSpPr/>
          <p:nvPr/>
        </p:nvSpPr>
        <p:spPr>
          <a:xfrm>
            <a:off x="1777225" y="3424175"/>
            <a:ext cx="887100" cy="8871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
        <p:nvSpPr>
          <p:cNvPr id="294" name="Google Shape;294;p32"/>
          <p:cNvSpPr txBox="1">
            <a:spLocks noGrp="1"/>
          </p:cNvSpPr>
          <p:nvPr>
            <p:ph type="title"/>
          </p:nvPr>
        </p:nvSpPr>
        <p:spPr>
          <a:xfrm>
            <a:off x="720000" y="458592"/>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PRACTICAL EXERCISE</a:t>
            </a:r>
            <a:endParaRPr/>
          </a:p>
        </p:txBody>
      </p:sp>
      <p:sp>
        <p:nvSpPr>
          <p:cNvPr id="295" name="Google Shape;295;p32"/>
          <p:cNvSpPr txBox="1">
            <a:spLocks noGrp="1"/>
          </p:cNvSpPr>
          <p:nvPr>
            <p:ph type="subTitle" idx="1"/>
          </p:nvPr>
        </p:nvSpPr>
        <p:spPr>
          <a:xfrm>
            <a:off x="2531063" y="1493795"/>
            <a:ext cx="3951000" cy="1211700"/>
          </a:xfrm>
          <a:prstGeom prst="rect">
            <a:avLst/>
          </a:prstGeom>
        </p:spPr>
        <p:txBody>
          <a:bodyPr spcFirstLastPara="1" wrap="square" lIns="91425" tIns="91425" rIns="91425" bIns="91425" anchor="t" anchorCtr="0">
            <a:noAutofit/>
          </a:bodyPr>
          <a:lstStyle/>
          <a:p>
            <a:pPr marL="139700" indent="0">
              <a:buNone/>
            </a:pPr>
            <a:r>
              <a:rPr lang="en-US" dirty="0"/>
              <a:t>Applied testing on real system methods:</a:t>
            </a:r>
          </a:p>
          <a:p>
            <a:pPr marL="139700" indent="0">
              <a:buNone/>
            </a:pPr>
            <a:r>
              <a:rPr lang="en-US" dirty="0"/>
              <a:t>• </a:t>
            </a:r>
            <a:r>
              <a:rPr lang="en-US" dirty="0" err="1"/>
              <a:t>Inventory.updateStockLevel</a:t>
            </a:r>
            <a:r>
              <a:rPr lang="en-US" dirty="0"/>
              <a:t>()</a:t>
            </a:r>
            <a:br>
              <a:rPr lang="en-US" dirty="0"/>
            </a:br>
            <a:r>
              <a:rPr lang="en-US" dirty="0"/>
              <a:t>• </a:t>
            </a:r>
            <a:r>
              <a:rPr lang="en-US" dirty="0" err="1"/>
              <a:t>Item.setSellingPrice</a:t>
            </a:r>
            <a:r>
              <a:rPr lang="en-US" dirty="0"/>
              <a:t>()</a:t>
            </a:r>
            <a:br>
              <a:rPr lang="en-US" dirty="0"/>
            </a:br>
            <a:r>
              <a:rPr lang="en-US" dirty="0"/>
              <a:t>• </a:t>
            </a:r>
            <a:r>
              <a:rPr lang="en-US" dirty="0" err="1"/>
              <a:t>Inventory.getLowStockItems</a:t>
            </a:r>
            <a:r>
              <a:rPr lang="en-US" dirty="0"/>
              <a:t>()</a:t>
            </a:r>
            <a:br>
              <a:rPr lang="en-US" dirty="0"/>
            </a:br>
            <a:r>
              <a:rPr lang="en-US" dirty="0"/>
              <a:t>• </a:t>
            </a:r>
            <a:r>
              <a:rPr lang="en-US" dirty="0" err="1"/>
              <a:t>BillManager.getBillsWithinDateRange</a:t>
            </a:r>
            <a:r>
              <a:rPr lang="en-US" dirty="0"/>
              <a:t>()</a:t>
            </a:r>
          </a:p>
          <a:p>
            <a:pPr marL="139700" indent="0">
              <a:buNone/>
            </a:pPr>
            <a:r>
              <a:rPr lang="en-US" dirty="0"/>
              <a:t>Each method was tested using BVT, ECT, and coverage analysis.</a:t>
            </a:r>
          </a:p>
          <a:p>
            <a:pPr marL="0" lvl="0" indent="0" algn="ctr">
              <a:buNone/>
            </a:pPr>
            <a:endParaRPr lang="en-US" dirty="0"/>
          </a:p>
          <a:p>
            <a:pPr marL="139700" lvl="0" indent="0" algn="l" rtl="0">
              <a:spcBef>
                <a:spcPts val="0"/>
              </a:spcBef>
              <a:spcAft>
                <a:spcPts val="0"/>
              </a:spcAft>
              <a:buSzPts val="1400"/>
              <a:buNone/>
            </a:pPr>
            <a:endParaRPr dirty="0"/>
          </a:p>
        </p:txBody>
      </p:sp>
      <p:cxnSp>
        <p:nvCxnSpPr>
          <p:cNvPr id="296" name="Google Shape;296;p32"/>
          <p:cNvCxnSpPr>
            <a:stCxn id="293" idx="3"/>
            <a:endCxn id="290" idx="1"/>
          </p:cNvCxnSpPr>
          <p:nvPr/>
        </p:nvCxnSpPr>
        <p:spPr>
          <a:xfrm>
            <a:off x="2664325" y="3867725"/>
            <a:ext cx="681300" cy="0"/>
          </a:xfrm>
          <a:prstGeom prst="straightConnector1">
            <a:avLst/>
          </a:prstGeom>
          <a:noFill/>
          <a:ln w="9525" cap="flat" cmpd="sng">
            <a:solidFill>
              <a:schemeClr val="dk1"/>
            </a:solidFill>
            <a:prstDash val="solid"/>
            <a:round/>
            <a:headEnd type="none" w="med" len="med"/>
            <a:tailEnd type="triangle" w="med" len="med"/>
          </a:ln>
        </p:spPr>
      </p:cxnSp>
      <p:cxnSp>
        <p:nvCxnSpPr>
          <p:cNvPr id="297" name="Google Shape;297;p32"/>
          <p:cNvCxnSpPr>
            <a:stCxn id="290" idx="3"/>
            <a:endCxn id="291" idx="1"/>
          </p:cNvCxnSpPr>
          <p:nvPr/>
        </p:nvCxnSpPr>
        <p:spPr>
          <a:xfrm>
            <a:off x="4232613" y="3867725"/>
            <a:ext cx="681300" cy="0"/>
          </a:xfrm>
          <a:prstGeom prst="straightConnector1">
            <a:avLst/>
          </a:prstGeom>
          <a:noFill/>
          <a:ln w="9525" cap="flat" cmpd="sng">
            <a:solidFill>
              <a:schemeClr val="dk1"/>
            </a:solidFill>
            <a:prstDash val="solid"/>
            <a:round/>
            <a:headEnd type="none" w="med" len="med"/>
            <a:tailEnd type="triangle" w="med" len="med"/>
          </a:ln>
        </p:spPr>
      </p:cxnSp>
      <p:cxnSp>
        <p:nvCxnSpPr>
          <p:cNvPr id="298" name="Google Shape;298;p32"/>
          <p:cNvCxnSpPr>
            <a:stCxn id="291" idx="3"/>
            <a:endCxn id="292" idx="1"/>
          </p:cNvCxnSpPr>
          <p:nvPr/>
        </p:nvCxnSpPr>
        <p:spPr>
          <a:xfrm>
            <a:off x="5800888" y="3867725"/>
            <a:ext cx="681300" cy="0"/>
          </a:xfrm>
          <a:prstGeom prst="straightConnector1">
            <a:avLst/>
          </a:prstGeom>
          <a:noFill/>
          <a:ln w="9525" cap="flat" cmpd="sng">
            <a:solidFill>
              <a:schemeClr val="dk1"/>
            </a:solidFill>
            <a:prstDash val="solid"/>
            <a:round/>
            <a:headEnd type="none" w="med" len="med"/>
            <a:tailEnd type="triangle" w="med" len="med"/>
          </a:ln>
        </p:spPr>
      </p:cxnSp>
      <p:sp>
        <p:nvSpPr>
          <p:cNvPr id="299" name="Google Shape;299;p32"/>
          <p:cNvSpPr/>
          <p:nvPr/>
        </p:nvSpPr>
        <p:spPr>
          <a:xfrm>
            <a:off x="2052465" y="3693016"/>
            <a:ext cx="351286" cy="349457"/>
          </a:xfrm>
          <a:custGeom>
            <a:avLst/>
            <a:gdLst/>
            <a:ahLst/>
            <a:cxnLst/>
            <a:rect l="l" t="t" r="r" b="b"/>
            <a:pathLst>
              <a:path w="11909" h="11847" extrusionOk="0">
                <a:moveTo>
                  <a:pt x="3560" y="2647"/>
                </a:moveTo>
                <a:lnTo>
                  <a:pt x="3560" y="3561"/>
                </a:lnTo>
                <a:lnTo>
                  <a:pt x="2615" y="3561"/>
                </a:lnTo>
                <a:lnTo>
                  <a:pt x="3560" y="2647"/>
                </a:lnTo>
                <a:close/>
                <a:moveTo>
                  <a:pt x="6616" y="4222"/>
                </a:moveTo>
                <a:cubicBezTo>
                  <a:pt x="7971" y="4285"/>
                  <a:pt x="9074" y="5325"/>
                  <a:pt x="9074" y="6680"/>
                </a:cubicBezTo>
                <a:cubicBezTo>
                  <a:pt x="9074" y="8003"/>
                  <a:pt x="7971" y="9106"/>
                  <a:pt x="6616" y="9106"/>
                </a:cubicBezTo>
                <a:cubicBezTo>
                  <a:pt x="5293" y="9106"/>
                  <a:pt x="4190" y="8003"/>
                  <a:pt x="4190" y="6680"/>
                </a:cubicBezTo>
                <a:cubicBezTo>
                  <a:pt x="4190" y="5325"/>
                  <a:pt x="5293" y="4222"/>
                  <a:pt x="6616" y="4222"/>
                </a:cubicBezTo>
                <a:close/>
                <a:moveTo>
                  <a:pt x="7687" y="757"/>
                </a:moveTo>
                <a:lnTo>
                  <a:pt x="7687" y="1513"/>
                </a:lnTo>
                <a:lnTo>
                  <a:pt x="3875" y="1513"/>
                </a:lnTo>
                <a:cubicBezTo>
                  <a:pt x="3781" y="1513"/>
                  <a:pt x="3655" y="1544"/>
                  <a:pt x="3623" y="1639"/>
                </a:cubicBezTo>
                <a:lnTo>
                  <a:pt x="1512" y="3718"/>
                </a:lnTo>
                <a:cubicBezTo>
                  <a:pt x="1418" y="3813"/>
                  <a:pt x="1386" y="3876"/>
                  <a:pt x="1386" y="3939"/>
                </a:cubicBezTo>
                <a:lnTo>
                  <a:pt x="1386" y="9862"/>
                </a:lnTo>
                <a:lnTo>
                  <a:pt x="662" y="9862"/>
                </a:lnTo>
                <a:lnTo>
                  <a:pt x="662" y="757"/>
                </a:lnTo>
                <a:close/>
                <a:moveTo>
                  <a:pt x="8380" y="2175"/>
                </a:moveTo>
                <a:lnTo>
                  <a:pt x="8380" y="4128"/>
                </a:lnTo>
                <a:cubicBezTo>
                  <a:pt x="7876" y="3813"/>
                  <a:pt x="7278" y="3592"/>
                  <a:pt x="6648" y="3592"/>
                </a:cubicBezTo>
                <a:cubicBezTo>
                  <a:pt x="4915" y="3592"/>
                  <a:pt x="3560" y="5010"/>
                  <a:pt x="3560" y="6711"/>
                </a:cubicBezTo>
                <a:cubicBezTo>
                  <a:pt x="3560" y="8444"/>
                  <a:pt x="4946" y="9830"/>
                  <a:pt x="6648" y="9830"/>
                </a:cubicBezTo>
                <a:cubicBezTo>
                  <a:pt x="7120" y="9830"/>
                  <a:pt x="7593" y="9704"/>
                  <a:pt x="8002" y="9515"/>
                </a:cubicBezTo>
                <a:lnTo>
                  <a:pt x="8380" y="9893"/>
                </a:lnTo>
                <a:lnTo>
                  <a:pt x="8380" y="10492"/>
                </a:lnTo>
                <a:lnTo>
                  <a:pt x="2079" y="10492"/>
                </a:lnTo>
                <a:lnTo>
                  <a:pt x="2079" y="4285"/>
                </a:lnTo>
                <a:lnTo>
                  <a:pt x="3875" y="4285"/>
                </a:lnTo>
                <a:cubicBezTo>
                  <a:pt x="4064" y="4285"/>
                  <a:pt x="4222" y="4128"/>
                  <a:pt x="4222" y="3907"/>
                </a:cubicBezTo>
                <a:lnTo>
                  <a:pt x="4222" y="2175"/>
                </a:lnTo>
                <a:close/>
                <a:moveTo>
                  <a:pt x="9074" y="8633"/>
                </a:moveTo>
                <a:lnTo>
                  <a:pt x="11027" y="10618"/>
                </a:lnTo>
                <a:cubicBezTo>
                  <a:pt x="11153" y="10744"/>
                  <a:pt x="11153" y="10964"/>
                  <a:pt x="11027" y="11090"/>
                </a:cubicBezTo>
                <a:cubicBezTo>
                  <a:pt x="10964" y="11153"/>
                  <a:pt x="10877" y="11185"/>
                  <a:pt x="10791" y="11185"/>
                </a:cubicBezTo>
                <a:cubicBezTo>
                  <a:pt x="10704" y="11185"/>
                  <a:pt x="10617" y="11153"/>
                  <a:pt x="10554" y="11090"/>
                </a:cubicBezTo>
                <a:lnTo>
                  <a:pt x="8601" y="9106"/>
                </a:lnTo>
                <a:cubicBezTo>
                  <a:pt x="8790" y="9011"/>
                  <a:pt x="8948" y="8791"/>
                  <a:pt x="9074" y="8633"/>
                </a:cubicBezTo>
                <a:close/>
                <a:moveTo>
                  <a:pt x="347" y="1"/>
                </a:moveTo>
                <a:cubicBezTo>
                  <a:pt x="158" y="1"/>
                  <a:pt x="0" y="190"/>
                  <a:pt x="0" y="379"/>
                </a:cubicBezTo>
                <a:lnTo>
                  <a:pt x="0" y="10145"/>
                </a:lnTo>
                <a:cubicBezTo>
                  <a:pt x="0" y="10334"/>
                  <a:pt x="158" y="10492"/>
                  <a:pt x="347" y="10492"/>
                </a:cubicBezTo>
                <a:lnTo>
                  <a:pt x="1386" y="10492"/>
                </a:lnTo>
                <a:lnTo>
                  <a:pt x="1386" y="10838"/>
                </a:lnTo>
                <a:cubicBezTo>
                  <a:pt x="1386" y="11059"/>
                  <a:pt x="1544" y="11216"/>
                  <a:pt x="1733" y="11216"/>
                </a:cubicBezTo>
                <a:lnTo>
                  <a:pt x="8695" y="11216"/>
                </a:lnTo>
                <a:cubicBezTo>
                  <a:pt x="8916" y="11216"/>
                  <a:pt x="9074" y="11059"/>
                  <a:pt x="9074" y="10838"/>
                </a:cubicBezTo>
                <a:lnTo>
                  <a:pt x="9074" y="10586"/>
                </a:lnTo>
                <a:lnTo>
                  <a:pt x="10050" y="11563"/>
                </a:lnTo>
                <a:cubicBezTo>
                  <a:pt x="10239" y="11752"/>
                  <a:pt x="10507" y="11847"/>
                  <a:pt x="10775" y="11847"/>
                </a:cubicBezTo>
                <a:cubicBezTo>
                  <a:pt x="11043" y="11847"/>
                  <a:pt x="11310" y="11752"/>
                  <a:pt x="11499" y="11563"/>
                </a:cubicBezTo>
                <a:cubicBezTo>
                  <a:pt x="11909" y="11153"/>
                  <a:pt x="11909" y="10492"/>
                  <a:pt x="11499" y="10114"/>
                </a:cubicBezTo>
                <a:lnTo>
                  <a:pt x="9420" y="8003"/>
                </a:lnTo>
                <a:cubicBezTo>
                  <a:pt x="9609" y="7625"/>
                  <a:pt x="9735" y="7152"/>
                  <a:pt x="9735" y="6680"/>
                </a:cubicBezTo>
                <a:cubicBezTo>
                  <a:pt x="9735" y="5924"/>
                  <a:pt x="9452" y="5262"/>
                  <a:pt x="9011" y="4695"/>
                </a:cubicBezTo>
                <a:lnTo>
                  <a:pt x="9011" y="1828"/>
                </a:lnTo>
                <a:cubicBezTo>
                  <a:pt x="9011" y="1639"/>
                  <a:pt x="8853" y="1481"/>
                  <a:pt x="8664" y="1481"/>
                </a:cubicBezTo>
                <a:lnTo>
                  <a:pt x="8317" y="1481"/>
                </a:lnTo>
                <a:lnTo>
                  <a:pt x="8317" y="379"/>
                </a:lnTo>
                <a:cubicBezTo>
                  <a:pt x="8317" y="190"/>
                  <a:pt x="8160" y="1"/>
                  <a:pt x="79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0" name="Google Shape;300;p32"/>
          <p:cNvGrpSpPr/>
          <p:nvPr/>
        </p:nvGrpSpPr>
        <p:grpSpPr>
          <a:xfrm>
            <a:off x="3635869" y="3688544"/>
            <a:ext cx="306516" cy="358349"/>
            <a:chOff x="-48237000" y="2342650"/>
            <a:chExt cx="256800" cy="300225"/>
          </a:xfrm>
        </p:grpSpPr>
        <p:sp>
          <p:nvSpPr>
            <p:cNvPr id="301" name="Google Shape;301;p32"/>
            <p:cNvSpPr/>
            <p:nvPr/>
          </p:nvSpPr>
          <p:spPr>
            <a:xfrm>
              <a:off x="-48237000" y="2342650"/>
              <a:ext cx="256800" cy="300225"/>
            </a:xfrm>
            <a:custGeom>
              <a:avLst/>
              <a:gdLst/>
              <a:ahLst/>
              <a:cxnLst/>
              <a:rect l="l" t="t" r="r" b="b"/>
              <a:pathLst>
                <a:path w="10272" h="12009" extrusionOk="0">
                  <a:moveTo>
                    <a:pt x="4507" y="679"/>
                  </a:moveTo>
                  <a:cubicBezTo>
                    <a:pt x="4774" y="679"/>
                    <a:pt x="5048" y="706"/>
                    <a:pt x="5325" y="762"/>
                  </a:cubicBezTo>
                  <a:cubicBezTo>
                    <a:pt x="6774" y="1077"/>
                    <a:pt x="7940" y="2274"/>
                    <a:pt x="8255" y="3723"/>
                  </a:cubicBezTo>
                  <a:cubicBezTo>
                    <a:pt x="8381" y="4227"/>
                    <a:pt x="8381" y="4763"/>
                    <a:pt x="8318" y="5267"/>
                  </a:cubicBezTo>
                  <a:cubicBezTo>
                    <a:pt x="8318" y="5330"/>
                    <a:pt x="8318" y="5424"/>
                    <a:pt x="8350" y="5487"/>
                  </a:cubicBezTo>
                  <a:lnTo>
                    <a:pt x="9263" y="7220"/>
                  </a:lnTo>
                  <a:cubicBezTo>
                    <a:pt x="9389" y="7441"/>
                    <a:pt x="9232" y="7756"/>
                    <a:pt x="8980" y="7756"/>
                  </a:cubicBezTo>
                  <a:lnTo>
                    <a:pt x="8034" y="7756"/>
                  </a:lnTo>
                  <a:cubicBezTo>
                    <a:pt x="7845" y="7756"/>
                    <a:pt x="7688" y="7913"/>
                    <a:pt x="7688" y="8102"/>
                  </a:cubicBezTo>
                  <a:lnTo>
                    <a:pt x="7688" y="9867"/>
                  </a:lnTo>
                  <a:lnTo>
                    <a:pt x="5892" y="9867"/>
                  </a:lnTo>
                  <a:cubicBezTo>
                    <a:pt x="5703" y="9867"/>
                    <a:pt x="5546" y="10024"/>
                    <a:pt x="5546" y="10213"/>
                  </a:cubicBezTo>
                  <a:lnTo>
                    <a:pt x="5546" y="11284"/>
                  </a:lnTo>
                  <a:lnTo>
                    <a:pt x="2049" y="11284"/>
                  </a:lnTo>
                  <a:lnTo>
                    <a:pt x="2049" y="7693"/>
                  </a:lnTo>
                  <a:cubicBezTo>
                    <a:pt x="2049" y="7598"/>
                    <a:pt x="2017" y="7504"/>
                    <a:pt x="1923" y="7441"/>
                  </a:cubicBezTo>
                  <a:cubicBezTo>
                    <a:pt x="1103" y="6685"/>
                    <a:pt x="631" y="5645"/>
                    <a:pt x="631" y="4542"/>
                  </a:cubicBezTo>
                  <a:cubicBezTo>
                    <a:pt x="631" y="2387"/>
                    <a:pt x="2372" y="679"/>
                    <a:pt x="4507" y="679"/>
                  </a:cubicBezTo>
                  <a:close/>
                  <a:moveTo>
                    <a:pt x="4570" y="0"/>
                  </a:moveTo>
                  <a:cubicBezTo>
                    <a:pt x="2059" y="0"/>
                    <a:pt x="1" y="1999"/>
                    <a:pt x="1" y="4542"/>
                  </a:cubicBezTo>
                  <a:cubicBezTo>
                    <a:pt x="1" y="5802"/>
                    <a:pt x="505" y="7000"/>
                    <a:pt x="1418" y="7850"/>
                  </a:cubicBezTo>
                  <a:lnTo>
                    <a:pt x="1418" y="11631"/>
                  </a:lnTo>
                  <a:cubicBezTo>
                    <a:pt x="1418" y="11851"/>
                    <a:pt x="1576" y="12009"/>
                    <a:pt x="1765" y="12009"/>
                  </a:cubicBezTo>
                  <a:lnTo>
                    <a:pt x="5987" y="12009"/>
                  </a:lnTo>
                  <a:cubicBezTo>
                    <a:pt x="6176" y="12009"/>
                    <a:pt x="6333" y="11851"/>
                    <a:pt x="6333" y="11631"/>
                  </a:cubicBezTo>
                  <a:lnTo>
                    <a:pt x="6333" y="10591"/>
                  </a:lnTo>
                  <a:lnTo>
                    <a:pt x="8097" y="10591"/>
                  </a:lnTo>
                  <a:cubicBezTo>
                    <a:pt x="8287" y="10591"/>
                    <a:pt x="8444" y="10434"/>
                    <a:pt x="8444" y="10213"/>
                  </a:cubicBezTo>
                  <a:lnTo>
                    <a:pt x="8444" y="8449"/>
                  </a:lnTo>
                  <a:lnTo>
                    <a:pt x="9043" y="8449"/>
                  </a:lnTo>
                  <a:cubicBezTo>
                    <a:pt x="9799" y="8417"/>
                    <a:pt x="10271" y="7598"/>
                    <a:pt x="9925" y="6874"/>
                  </a:cubicBezTo>
                  <a:lnTo>
                    <a:pt x="9043" y="5267"/>
                  </a:lnTo>
                  <a:cubicBezTo>
                    <a:pt x="9137" y="4700"/>
                    <a:pt x="9137" y="4164"/>
                    <a:pt x="9011" y="3597"/>
                  </a:cubicBezTo>
                  <a:cubicBezTo>
                    <a:pt x="8665" y="1864"/>
                    <a:pt x="7247" y="510"/>
                    <a:pt x="5546" y="100"/>
                  </a:cubicBezTo>
                  <a:cubicBezTo>
                    <a:pt x="5215" y="33"/>
                    <a:pt x="4889" y="0"/>
                    <a:pt x="45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2"/>
            <p:cNvSpPr/>
            <p:nvPr/>
          </p:nvSpPr>
          <p:spPr>
            <a:xfrm>
              <a:off x="-48195250" y="2377425"/>
              <a:ext cx="144150" cy="140225"/>
            </a:xfrm>
            <a:custGeom>
              <a:avLst/>
              <a:gdLst/>
              <a:ahLst/>
              <a:cxnLst/>
              <a:rect l="l" t="t" r="r" b="b"/>
              <a:pathLst>
                <a:path w="5766" h="5609" extrusionOk="0">
                  <a:moveTo>
                    <a:pt x="3214" y="757"/>
                  </a:moveTo>
                  <a:lnTo>
                    <a:pt x="3214" y="883"/>
                  </a:lnTo>
                  <a:cubicBezTo>
                    <a:pt x="3214" y="1040"/>
                    <a:pt x="3277" y="1135"/>
                    <a:pt x="3435" y="1198"/>
                  </a:cubicBezTo>
                  <a:cubicBezTo>
                    <a:pt x="3624" y="1261"/>
                    <a:pt x="3844" y="1387"/>
                    <a:pt x="4002" y="1513"/>
                  </a:cubicBezTo>
                  <a:cubicBezTo>
                    <a:pt x="4061" y="1553"/>
                    <a:pt x="4146" y="1593"/>
                    <a:pt x="4233" y="1593"/>
                  </a:cubicBezTo>
                  <a:cubicBezTo>
                    <a:pt x="4283" y="1593"/>
                    <a:pt x="4333" y="1579"/>
                    <a:pt x="4380" y="1545"/>
                  </a:cubicBezTo>
                  <a:lnTo>
                    <a:pt x="4506" y="1482"/>
                  </a:lnTo>
                  <a:lnTo>
                    <a:pt x="4852" y="2049"/>
                  </a:lnTo>
                  <a:lnTo>
                    <a:pt x="4726" y="2143"/>
                  </a:lnTo>
                  <a:cubicBezTo>
                    <a:pt x="4632" y="2206"/>
                    <a:pt x="4537" y="2364"/>
                    <a:pt x="4569" y="2490"/>
                  </a:cubicBezTo>
                  <a:cubicBezTo>
                    <a:pt x="4632" y="2710"/>
                    <a:pt x="4632" y="2899"/>
                    <a:pt x="4569" y="3120"/>
                  </a:cubicBezTo>
                  <a:cubicBezTo>
                    <a:pt x="4537" y="3277"/>
                    <a:pt x="4632" y="3403"/>
                    <a:pt x="4726" y="3466"/>
                  </a:cubicBezTo>
                  <a:lnTo>
                    <a:pt x="4852" y="3561"/>
                  </a:lnTo>
                  <a:lnTo>
                    <a:pt x="4506" y="4159"/>
                  </a:lnTo>
                  <a:lnTo>
                    <a:pt x="4380" y="4065"/>
                  </a:lnTo>
                  <a:cubicBezTo>
                    <a:pt x="4323" y="4037"/>
                    <a:pt x="4260" y="4021"/>
                    <a:pt x="4199" y="4021"/>
                  </a:cubicBezTo>
                  <a:cubicBezTo>
                    <a:pt x="4125" y="4021"/>
                    <a:pt x="4054" y="4044"/>
                    <a:pt x="4002" y="4096"/>
                  </a:cubicBezTo>
                  <a:cubicBezTo>
                    <a:pt x="3844" y="4254"/>
                    <a:pt x="3624" y="4348"/>
                    <a:pt x="3435" y="4411"/>
                  </a:cubicBezTo>
                  <a:cubicBezTo>
                    <a:pt x="3277" y="4475"/>
                    <a:pt x="3214" y="4632"/>
                    <a:pt x="3214" y="4727"/>
                  </a:cubicBezTo>
                  <a:lnTo>
                    <a:pt x="3214" y="4853"/>
                  </a:lnTo>
                  <a:lnTo>
                    <a:pt x="2489" y="4853"/>
                  </a:lnTo>
                  <a:lnTo>
                    <a:pt x="2489" y="4727"/>
                  </a:lnTo>
                  <a:cubicBezTo>
                    <a:pt x="2489" y="4569"/>
                    <a:pt x="2426" y="4475"/>
                    <a:pt x="2269" y="4411"/>
                  </a:cubicBezTo>
                  <a:cubicBezTo>
                    <a:pt x="2048" y="4348"/>
                    <a:pt x="1859" y="4222"/>
                    <a:pt x="1702" y="4096"/>
                  </a:cubicBezTo>
                  <a:cubicBezTo>
                    <a:pt x="1622" y="4057"/>
                    <a:pt x="1530" y="4017"/>
                    <a:pt x="1449" y="4017"/>
                  </a:cubicBezTo>
                  <a:cubicBezTo>
                    <a:pt x="1402" y="4017"/>
                    <a:pt x="1358" y="4030"/>
                    <a:pt x="1324" y="4065"/>
                  </a:cubicBezTo>
                  <a:lnTo>
                    <a:pt x="1198" y="4159"/>
                  </a:lnTo>
                  <a:lnTo>
                    <a:pt x="851" y="3561"/>
                  </a:lnTo>
                  <a:lnTo>
                    <a:pt x="946" y="3466"/>
                  </a:lnTo>
                  <a:cubicBezTo>
                    <a:pt x="1072" y="3403"/>
                    <a:pt x="1166" y="3246"/>
                    <a:pt x="1103" y="3120"/>
                  </a:cubicBezTo>
                  <a:cubicBezTo>
                    <a:pt x="1072" y="2899"/>
                    <a:pt x="1072" y="2710"/>
                    <a:pt x="1103" y="2490"/>
                  </a:cubicBezTo>
                  <a:cubicBezTo>
                    <a:pt x="1166" y="2332"/>
                    <a:pt x="1072" y="2206"/>
                    <a:pt x="946" y="2143"/>
                  </a:cubicBezTo>
                  <a:lnTo>
                    <a:pt x="851" y="2049"/>
                  </a:lnTo>
                  <a:lnTo>
                    <a:pt x="1198" y="1482"/>
                  </a:lnTo>
                  <a:lnTo>
                    <a:pt x="1324" y="1545"/>
                  </a:lnTo>
                  <a:cubicBezTo>
                    <a:pt x="1366" y="1573"/>
                    <a:pt x="1421" y="1588"/>
                    <a:pt x="1481" y="1588"/>
                  </a:cubicBezTo>
                  <a:cubicBezTo>
                    <a:pt x="1553" y="1588"/>
                    <a:pt x="1632" y="1565"/>
                    <a:pt x="1702" y="1513"/>
                  </a:cubicBezTo>
                  <a:cubicBezTo>
                    <a:pt x="1859" y="1356"/>
                    <a:pt x="2048" y="1261"/>
                    <a:pt x="2269" y="1198"/>
                  </a:cubicBezTo>
                  <a:cubicBezTo>
                    <a:pt x="2426" y="1135"/>
                    <a:pt x="2489" y="977"/>
                    <a:pt x="2489" y="883"/>
                  </a:cubicBezTo>
                  <a:lnTo>
                    <a:pt x="2489" y="757"/>
                  </a:lnTo>
                  <a:close/>
                  <a:moveTo>
                    <a:pt x="2174" y="1"/>
                  </a:moveTo>
                  <a:cubicBezTo>
                    <a:pt x="1985" y="1"/>
                    <a:pt x="1828" y="158"/>
                    <a:pt x="1828" y="379"/>
                  </a:cubicBezTo>
                  <a:lnTo>
                    <a:pt x="1828" y="599"/>
                  </a:lnTo>
                  <a:cubicBezTo>
                    <a:pt x="1702" y="631"/>
                    <a:pt x="1576" y="725"/>
                    <a:pt x="1513" y="788"/>
                  </a:cubicBezTo>
                  <a:lnTo>
                    <a:pt x="1324" y="694"/>
                  </a:lnTo>
                  <a:cubicBezTo>
                    <a:pt x="1265" y="658"/>
                    <a:pt x="1192" y="641"/>
                    <a:pt x="1122" y="641"/>
                  </a:cubicBezTo>
                  <a:cubicBezTo>
                    <a:pt x="1004" y="641"/>
                    <a:pt x="890" y="690"/>
                    <a:pt x="851" y="788"/>
                  </a:cubicBezTo>
                  <a:lnTo>
                    <a:pt x="126" y="2017"/>
                  </a:lnTo>
                  <a:cubicBezTo>
                    <a:pt x="63" y="2175"/>
                    <a:pt x="95" y="2427"/>
                    <a:pt x="253" y="2490"/>
                  </a:cubicBezTo>
                  <a:lnTo>
                    <a:pt x="442" y="2616"/>
                  </a:lnTo>
                  <a:lnTo>
                    <a:pt x="442" y="2994"/>
                  </a:lnTo>
                  <a:lnTo>
                    <a:pt x="253" y="3120"/>
                  </a:lnTo>
                  <a:cubicBezTo>
                    <a:pt x="95" y="3214"/>
                    <a:pt x="0" y="3435"/>
                    <a:pt x="126" y="3592"/>
                  </a:cubicBezTo>
                  <a:lnTo>
                    <a:pt x="851" y="4821"/>
                  </a:lnTo>
                  <a:cubicBezTo>
                    <a:pt x="894" y="4928"/>
                    <a:pt x="1024" y="4991"/>
                    <a:pt x="1152" y="4991"/>
                  </a:cubicBezTo>
                  <a:cubicBezTo>
                    <a:pt x="1213" y="4991"/>
                    <a:pt x="1273" y="4977"/>
                    <a:pt x="1324" y="4947"/>
                  </a:cubicBezTo>
                  <a:lnTo>
                    <a:pt x="1513" y="4821"/>
                  </a:lnTo>
                  <a:cubicBezTo>
                    <a:pt x="1639" y="4884"/>
                    <a:pt x="1733" y="4979"/>
                    <a:pt x="1828" y="5010"/>
                  </a:cubicBezTo>
                  <a:lnTo>
                    <a:pt x="1828" y="5262"/>
                  </a:lnTo>
                  <a:cubicBezTo>
                    <a:pt x="1828" y="5451"/>
                    <a:pt x="1985" y="5609"/>
                    <a:pt x="2174" y="5609"/>
                  </a:cubicBezTo>
                  <a:lnTo>
                    <a:pt x="3592" y="5609"/>
                  </a:lnTo>
                  <a:cubicBezTo>
                    <a:pt x="3781" y="5609"/>
                    <a:pt x="3939" y="5451"/>
                    <a:pt x="3939" y="5262"/>
                  </a:cubicBezTo>
                  <a:lnTo>
                    <a:pt x="3939" y="5010"/>
                  </a:lnTo>
                  <a:cubicBezTo>
                    <a:pt x="4065" y="4979"/>
                    <a:pt x="4191" y="4884"/>
                    <a:pt x="4254" y="4821"/>
                  </a:cubicBezTo>
                  <a:lnTo>
                    <a:pt x="4474" y="4947"/>
                  </a:lnTo>
                  <a:cubicBezTo>
                    <a:pt x="4524" y="4967"/>
                    <a:pt x="4580" y="4978"/>
                    <a:pt x="4637" y="4978"/>
                  </a:cubicBezTo>
                  <a:cubicBezTo>
                    <a:pt x="4759" y="4978"/>
                    <a:pt x="4882" y="4929"/>
                    <a:pt x="4947" y="4821"/>
                  </a:cubicBezTo>
                  <a:lnTo>
                    <a:pt x="5640" y="3592"/>
                  </a:lnTo>
                  <a:cubicBezTo>
                    <a:pt x="5734" y="3435"/>
                    <a:pt x="5671" y="3214"/>
                    <a:pt x="5514" y="3120"/>
                  </a:cubicBezTo>
                  <a:lnTo>
                    <a:pt x="5325" y="2994"/>
                  </a:lnTo>
                  <a:lnTo>
                    <a:pt x="5325" y="2616"/>
                  </a:lnTo>
                  <a:lnTo>
                    <a:pt x="5514" y="2490"/>
                  </a:lnTo>
                  <a:cubicBezTo>
                    <a:pt x="5671" y="2427"/>
                    <a:pt x="5766" y="2206"/>
                    <a:pt x="5640" y="2017"/>
                  </a:cubicBezTo>
                  <a:lnTo>
                    <a:pt x="4947" y="788"/>
                  </a:lnTo>
                  <a:cubicBezTo>
                    <a:pt x="4887" y="689"/>
                    <a:pt x="4777" y="627"/>
                    <a:pt x="4664" y="627"/>
                  </a:cubicBezTo>
                  <a:cubicBezTo>
                    <a:pt x="4598" y="627"/>
                    <a:pt x="4532" y="648"/>
                    <a:pt x="4474" y="694"/>
                  </a:cubicBezTo>
                  <a:lnTo>
                    <a:pt x="4254" y="788"/>
                  </a:lnTo>
                  <a:cubicBezTo>
                    <a:pt x="4159" y="725"/>
                    <a:pt x="4033" y="631"/>
                    <a:pt x="3939" y="599"/>
                  </a:cubicBezTo>
                  <a:lnTo>
                    <a:pt x="3939" y="379"/>
                  </a:lnTo>
                  <a:cubicBezTo>
                    <a:pt x="3939" y="158"/>
                    <a:pt x="3781" y="1"/>
                    <a:pt x="35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32"/>
            <p:cNvSpPr/>
            <p:nvPr/>
          </p:nvSpPr>
          <p:spPr>
            <a:xfrm>
              <a:off x="-48150350" y="2422325"/>
              <a:ext cx="52775" cy="52800"/>
            </a:xfrm>
            <a:custGeom>
              <a:avLst/>
              <a:gdLst/>
              <a:ahLst/>
              <a:cxnLst/>
              <a:rect l="l" t="t" r="r" b="b"/>
              <a:pathLst>
                <a:path w="2111" h="2112" extrusionOk="0">
                  <a:moveTo>
                    <a:pt x="1040" y="662"/>
                  </a:moveTo>
                  <a:cubicBezTo>
                    <a:pt x="1260" y="662"/>
                    <a:pt x="1418" y="820"/>
                    <a:pt x="1418" y="1009"/>
                  </a:cubicBezTo>
                  <a:cubicBezTo>
                    <a:pt x="1418" y="1198"/>
                    <a:pt x="1260" y="1355"/>
                    <a:pt x="1040" y="1355"/>
                  </a:cubicBezTo>
                  <a:cubicBezTo>
                    <a:pt x="851" y="1355"/>
                    <a:pt x="693" y="1198"/>
                    <a:pt x="693" y="1009"/>
                  </a:cubicBezTo>
                  <a:cubicBezTo>
                    <a:pt x="693" y="820"/>
                    <a:pt x="851" y="662"/>
                    <a:pt x="1040" y="662"/>
                  </a:cubicBezTo>
                  <a:close/>
                  <a:moveTo>
                    <a:pt x="1040" y="1"/>
                  </a:moveTo>
                  <a:cubicBezTo>
                    <a:pt x="473" y="1"/>
                    <a:pt x="0" y="473"/>
                    <a:pt x="0" y="1040"/>
                  </a:cubicBezTo>
                  <a:cubicBezTo>
                    <a:pt x="0" y="1639"/>
                    <a:pt x="473" y="2111"/>
                    <a:pt x="1040" y="2111"/>
                  </a:cubicBezTo>
                  <a:cubicBezTo>
                    <a:pt x="1639" y="2111"/>
                    <a:pt x="2111" y="1639"/>
                    <a:pt x="2111" y="1040"/>
                  </a:cubicBezTo>
                  <a:cubicBezTo>
                    <a:pt x="2111" y="473"/>
                    <a:pt x="1639" y="1"/>
                    <a:pt x="10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4" name="Google Shape;304;p32"/>
          <p:cNvSpPr/>
          <p:nvPr/>
        </p:nvSpPr>
        <p:spPr>
          <a:xfrm>
            <a:off x="5178324" y="3688625"/>
            <a:ext cx="358199" cy="358199"/>
          </a:xfrm>
          <a:custGeom>
            <a:avLst/>
            <a:gdLst/>
            <a:ahLst/>
            <a:cxnLst/>
            <a:rect l="l" t="t" r="r" b="b"/>
            <a:pathLst>
              <a:path w="12004" h="12004" extrusionOk="0">
                <a:moveTo>
                  <a:pt x="5671" y="725"/>
                </a:moveTo>
                <a:lnTo>
                  <a:pt x="5671" y="2395"/>
                </a:lnTo>
                <a:cubicBezTo>
                  <a:pt x="5671" y="2616"/>
                  <a:pt x="5843" y="2760"/>
                  <a:pt x="6021" y="2760"/>
                </a:cubicBezTo>
                <a:cubicBezTo>
                  <a:pt x="6097" y="2760"/>
                  <a:pt x="6173" y="2734"/>
                  <a:pt x="6239" y="2678"/>
                </a:cubicBezTo>
                <a:cubicBezTo>
                  <a:pt x="6365" y="2552"/>
                  <a:pt x="6554" y="2489"/>
                  <a:pt x="6711" y="2489"/>
                </a:cubicBezTo>
                <a:cubicBezTo>
                  <a:pt x="7121" y="2489"/>
                  <a:pt x="7436" y="2804"/>
                  <a:pt x="7436" y="3182"/>
                </a:cubicBezTo>
                <a:cubicBezTo>
                  <a:pt x="7436" y="3592"/>
                  <a:pt x="7121" y="3907"/>
                  <a:pt x="6711" y="3907"/>
                </a:cubicBezTo>
                <a:cubicBezTo>
                  <a:pt x="6554" y="3907"/>
                  <a:pt x="6365" y="3812"/>
                  <a:pt x="6239" y="3686"/>
                </a:cubicBezTo>
                <a:cubicBezTo>
                  <a:pt x="6173" y="3630"/>
                  <a:pt x="6097" y="3605"/>
                  <a:pt x="6021" y="3605"/>
                </a:cubicBezTo>
                <a:cubicBezTo>
                  <a:pt x="5843" y="3605"/>
                  <a:pt x="5671" y="3748"/>
                  <a:pt x="5671" y="3970"/>
                </a:cubicBezTo>
                <a:lnTo>
                  <a:pt x="5671" y="5640"/>
                </a:lnTo>
                <a:lnTo>
                  <a:pt x="4569" y="5640"/>
                </a:lnTo>
                <a:cubicBezTo>
                  <a:pt x="4600" y="5514"/>
                  <a:pt x="4600" y="5388"/>
                  <a:pt x="4600" y="5262"/>
                </a:cubicBezTo>
                <a:cubicBezTo>
                  <a:pt x="4600" y="4474"/>
                  <a:pt x="3970" y="3875"/>
                  <a:pt x="3183" y="3875"/>
                </a:cubicBezTo>
                <a:cubicBezTo>
                  <a:pt x="2395" y="3875"/>
                  <a:pt x="1765" y="4474"/>
                  <a:pt x="1765" y="5262"/>
                </a:cubicBezTo>
                <a:cubicBezTo>
                  <a:pt x="1765" y="5388"/>
                  <a:pt x="1765" y="5514"/>
                  <a:pt x="1796" y="5640"/>
                </a:cubicBezTo>
                <a:lnTo>
                  <a:pt x="694" y="5640"/>
                </a:lnTo>
                <a:lnTo>
                  <a:pt x="694" y="1071"/>
                </a:lnTo>
                <a:cubicBezTo>
                  <a:pt x="694" y="882"/>
                  <a:pt x="851" y="725"/>
                  <a:pt x="1040" y="725"/>
                </a:cubicBezTo>
                <a:close/>
                <a:moveTo>
                  <a:pt x="10964" y="725"/>
                </a:moveTo>
                <a:cubicBezTo>
                  <a:pt x="11122" y="725"/>
                  <a:pt x="11311" y="882"/>
                  <a:pt x="11311" y="1071"/>
                </a:cubicBezTo>
                <a:lnTo>
                  <a:pt x="11311" y="5671"/>
                </a:lnTo>
                <a:lnTo>
                  <a:pt x="9610" y="5671"/>
                </a:lnTo>
                <a:cubicBezTo>
                  <a:pt x="9295" y="5671"/>
                  <a:pt x="9169" y="6018"/>
                  <a:pt x="9326" y="6270"/>
                </a:cubicBezTo>
                <a:cubicBezTo>
                  <a:pt x="9452" y="6396"/>
                  <a:pt x="9515" y="6585"/>
                  <a:pt x="9515" y="6742"/>
                </a:cubicBezTo>
                <a:cubicBezTo>
                  <a:pt x="9515" y="7120"/>
                  <a:pt x="9200" y="7435"/>
                  <a:pt x="8822" y="7435"/>
                </a:cubicBezTo>
                <a:cubicBezTo>
                  <a:pt x="8412" y="7435"/>
                  <a:pt x="8097" y="7120"/>
                  <a:pt x="8097" y="6742"/>
                </a:cubicBezTo>
                <a:cubicBezTo>
                  <a:pt x="8097" y="6585"/>
                  <a:pt x="8192" y="6364"/>
                  <a:pt x="8286" y="6270"/>
                </a:cubicBezTo>
                <a:cubicBezTo>
                  <a:pt x="8507" y="6018"/>
                  <a:pt x="8349" y="5671"/>
                  <a:pt x="8034" y="5671"/>
                </a:cubicBezTo>
                <a:lnTo>
                  <a:pt x="6365" y="5671"/>
                </a:lnTo>
                <a:lnTo>
                  <a:pt x="6365" y="4568"/>
                </a:lnTo>
                <a:cubicBezTo>
                  <a:pt x="6491" y="4600"/>
                  <a:pt x="6617" y="4600"/>
                  <a:pt x="6711" y="4600"/>
                </a:cubicBezTo>
                <a:cubicBezTo>
                  <a:pt x="7499" y="4600"/>
                  <a:pt x="8160" y="3970"/>
                  <a:pt x="8160" y="3182"/>
                </a:cubicBezTo>
                <a:cubicBezTo>
                  <a:pt x="8160" y="2395"/>
                  <a:pt x="7499" y="1764"/>
                  <a:pt x="6711" y="1764"/>
                </a:cubicBezTo>
                <a:cubicBezTo>
                  <a:pt x="6617" y="1764"/>
                  <a:pt x="6491" y="1764"/>
                  <a:pt x="6365" y="1796"/>
                </a:cubicBezTo>
                <a:lnTo>
                  <a:pt x="6365" y="725"/>
                </a:lnTo>
                <a:close/>
                <a:moveTo>
                  <a:pt x="3183" y="4568"/>
                </a:moveTo>
                <a:cubicBezTo>
                  <a:pt x="3561" y="4568"/>
                  <a:pt x="3876" y="4883"/>
                  <a:pt x="3876" y="5293"/>
                </a:cubicBezTo>
                <a:cubicBezTo>
                  <a:pt x="3876" y="5451"/>
                  <a:pt x="3813" y="5640"/>
                  <a:pt x="3687" y="5766"/>
                </a:cubicBezTo>
                <a:cubicBezTo>
                  <a:pt x="3498" y="5986"/>
                  <a:pt x="3655" y="6333"/>
                  <a:pt x="3970" y="6333"/>
                </a:cubicBezTo>
                <a:lnTo>
                  <a:pt x="5608" y="6333"/>
                </a:lnTo>
                <a:lnTo>
                  <a:pt x="5608" y="7435"/>
                </a:lnTo>
                <a:cubicBezTo>
                  <a:pt x="5514" y="7404"/>
                  <a:pt x="5388" y="7404"/>
                  <a:pt x="5262" y="7404"/>
                </a:cubicBezTo>
                <a:cubicBezTo>
                  <a:pt x="4474" y="7404"/>
                  <a:pt x="3844" y="8034"/>
                  <a:pt x="3844" y="8822"/>
                </a:cubicBezTo>
                <a:cubicBezTo>
                  <a:pt x="3844" y="9609"/>
                  <a:pt x="4474" y="10239"/>
                  <a:pt x="5262" y="10239"/>
                </a:cubicBezTo>
                <a:cubicBezTo>
                  <a:pt x="5388" y="10239"/>
                  <a:pt x="5514" y="10239"/>
                  <a:pt x="5608" y="10208"/>
                </a:cubicBezTo>
                <a:lnTo>
                  <a:pt x="5608" y="11310"/>
                </a:lnTo>
                <a:lnTo>
                  <a:pt x="1009" y="11310"/>
                </a:lnTo>
                <a:cubicBezTo>
                  <a:pt x="851" y="11310"/>
                  <a:pt x="694" y="11153"/>
                  <a:pt x="694" y="10964"/>
                </a:cubicBezTo>
                <a:lnTo>
                  <a:pt x="694" y="6333"/>
                </a:lnTo>
                <a:lnTo>
                  <a:pt x="2395" y="6333"/>
                </a:lnTo>
                <a:cubicBezTo>
                  <a:pt x="2710" y="6333"/>
                  <a:pt x="2868" y="5986"/>
                  <a:pt x="2679" y="5766"/>
                </a:cubicBezTo>
                <a:cubicBezTo>
                  <a:pt x="2552" y="5640"/>
                  <a:pt x="2458" y="5482"/>
                  <a:pt x="2458" y="5293"/>
                </a:cubicBezTo>
                <a:cubicBezTo>
                  <a:pt x="2458" y="4883"/>
                  <a:pt x="2773" y="4568"/>
                  <a:pt x="3183" y="4568"/>
                </a:cubicBezTo>
                <a:close/>
                <a:moveTo>
                  <a:pt x="11311" y="6333"/>
                </a:moveTo>
                <a:lnTo>
                  <a:pt x="11311" y="10964"/>
                </a:lnTo>
                <a:cubicBezTo>
                  <a:pt x="11311" y="11153"/>
                  <a:pt x="11153" y="11310"/>
                  <a:pt x="10933" y="11310"/>
                </a:cubicBezTo>
                <a:lnTo>
                  <a:pt x="6333" y="11310"/>
                </a:lnTo>
                <a:lnTo>
                  <a:pt x="6333" y="9609"/>
                </a:lnTo>
                <a:cubicBezTo>
                  <a:pt x="6333" y="9388"/>
                  <a:pt x="6162" y="9244"/>
                  <a:pt x="5972" y="9244"/>
                </a:cubicBezTo>
                <a:cubicBezTo>
                  <a:pt x="5892" y="9244"/>
                  <a:pt x="5809" y="9270"/>
                  <a:pt x="5735" y="9326"/>
                </a:cubicBezTo>
                <a:cubicBezTo>
                  <a:pt x="5640" y="9452"/>
                  <a:pt x="5482" y="9546"/>
                  <a:pt x="5262" y="9546"/>
                </a:cubicBezTo>
                <a:cubicBezTo>
                  <a:pt x="4884" y="9546"/>
                  <a:pt x="4569" y="9231"/>
                  <a:pt x="4569" y="8822"/>
                </a:cubicBezTo>
                <a:cubicBezTo>
                  <a:pt x="4569" y="8443"/>
                  <a:pt x="4884" y="8097"/>
                  <a:pt x="5262" y="8097"/>
                </a:cubicBezTo>
                <a:cubicBezTo>
                  <a:pt x="5419" y="8097"/>
                  <a:pt x="5640" y="8191"/>
                  <a:pt x="5735" y="8317"/>
                </a:cubicBezTo>
                <a:cubicBezTo>
                  <a:pt x="5809" y="8374"/>
                  <a:pt x="5892" y="8399"/>
                  <a:pt x="5972" y="8399"/>
                </a:cubicBezTo>
                <a:cubicBezTo>
                  <a:pt x="6162" y="8399"/>
                  <a:pt x="6333" y="8255"/>
                  <a:pt x="6333" y="8034"/>
                </a:cubicBezTo>
                <a:lnTo>
                  <a:pt x="6333" y="6333"/>
                </a:lnTo>
                <a:lnTo>
                  <a:pt x="7436" y="6333"/>
                </a:lnTo>
                <a:cubicBezTo>
                  <a:pt x="7404" y="6459"/>
                  <a:pt x="7404" y="6585"/>
                  <a:pt x="7404" y="6711"/>
                </a:cubicBezTo>
                <a:cubicBezTo>
                  <a:pt x="7404" y="7498"/>
                  <a:pt x="8034" y="8097"/>
                  <a:pt x="8822" y="8097"/>
                </a:cubicBezTo>
                <a:cubicBezTo>
                  <a:pt x="9610" y="8097"/>
                  <a:pt x="10240" y="7498"/>
                  <a:pt x="10240" y="6711"/>
                </a:cubicBezTo>
                <a:cubicBezTo>
                  <a:pt x="10240" y="6585"/>
                  <a:pt x="10240" y="6459"/>
                  <a:pt x="10208" y="6333"/>
                </a:cubicBezTo>
                <a:close/>
                <a:moveTo>
                  <a:pt x="1040" y="0"/>
                </a:moveTo>
                <a:cubicBezTo>
                  <a:pt x="473" y="0"/>
                  <a:pt x="1" y="473"/>
                  <a:pt x="1" y="1071"/>
                </a:cubicBezTo>
                <a:lnTo>
                  <a:pt x="1" y="10964"/>
                </a:lnTo>
                <a:cubicBezTo>
                  <a:pt x="1" y="11531"/>
                  <a:pt x="473" y="12004"/>
                  <a:pt x="1040" y="12004"/>
                </a:cubicBezTo>
                <a:lnTo>
                  <a:pt x="10933" y="12004"/>
                </a:lnTo>
                <a:cubicBezTo>
                  <a:pt x="11531" y="12004"/>
                  <a:pt x="12004" y="11531"/>
                  <a:pt x="12004" y="10964"/>
                </a:cubicBezTo>
                <a:lnTo>
                  <a:pt x="12004" y="1071"/>
                </a:lnTo>
                <a:cubicBezTo>
                  <a:pt x="11972" y="473"/>
                  <a:pt x="11500" y="0"/>
                  <a:pt x="109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2"/>
          <p:cNvSpPr/>
          <p:nvPr/>
        </p:nvSpPr>
        <p:spPr>
          <a:xfrm>
            <a:off x="6774746" y="3707128"/>
            <a:ext cx="345977" cy="321175"/>
          </a:xfrm>
          <a:custGeom>
            <a:avLst/>
            <a:gdLst/>
            <a:ahLst/>
            <a:cxnLst/>
            <a:rect l="l" t="t" r="r" b="b"/>
            <a:pathLst>
              <a:path w="19655" h="18246" extrusionOk="0">
                <a:moveTo>
                  <a:pt x="9829" y="1835"/>
                </a:moveTo>
                <a:lnTo>
                  <a:pt x="12133" y="6452"/>
                </a:lnTo>
                <a:cubicBezTo>
                  <a:pt x="12218" y="6618"/>
                  <a:pt x="12375" y="6733"/>
                  <a:pt x="12559" y="6760"/>
                </a:cubicBezTo>
                <a:lnTo>
                  <a:pt x="17698" y="7500"/>
                </a:lnTo>
                <a:lnTo>
                  <a:pt x="13984" y="11078"/>
                </a:lnTo>
                <a:cubicBezTo>
                  <a:pt x="13848" y="11211"/>
                  <a:pt x="13788" y="11398"/>
                  <a:pt x="13821" y="11582"/>
                </a:cubicBezTo>
                <a:lnTo>
                  <a:pt x="14700" y="16646"/>
                </a:lnTo>
                <a:lnTo>
                  <a:pt x="10092" y="14251"/>
                </a:lnTo>
                <a:cubicBezTo>
                  <a:pt x="10009" y="14209"/>
                  <a:pt x="9919" y="14188"/>
                  <a:pt x="9830" y="14188"/>
                </a:cubicBezTo>
                <a:cubicBezTo>
                  <a:pt x="9740" y="14188"/>
                  <a:pt x="9651" y="14209"/>
                  <a:pt x="9570" y="14251"/>
                </a:cubicBezTo>
                <a:lnTo>
                  <a:pt x="4962" y="16646"/>
                </a:lnTo>
                <a:lnTo>
                  <a:pt x="5838" y="11582"/>
                </a:lnTo>
                <a:cubicBezTo>
                  <a:pt x="5871" y="11398"/>
                  <a:pt x="5810" y="11208"/>
                  <a:pt x="5674" y="11078"/>
                </a:cubicBezTo>
                <a:lnTo>
                  <a:pt x="1961" y="7500"/>
                </a:lnTo>
                <a:lnTo>
                  <a:pt x="7100" y="6760"/>
                </a:lnTo>
                <a:cubicBezTo>
                  <a:pt x="7284" y="6733"/>
                  <a:pt x="7441" y="6618"/>
                  <a:pt x="7525" y="6452"/>
                </a:cubicBezTo>
                <a:lnTo>
                  <a:pt x="9829" y="1835"/>
                </a:lnTo>
                <a:close/>
                <a:moveTo>
                  <a:pt x="9828" y="1"/>
                </a:moveTo>
                <a:cubicBezTo>
                  <a:pt x="9627" y="1"/>
                  <a:pt x="9426" y="105"/>
                  <a:pt x="9322" y="313"/>
                </a:cubicBezTo>
                <a:lnTo>
                  <a:pt x="6641" y="5682"/>
                </a:lnTo>
                <a:lnTo>
                  <a:pt x="653" y="6543"/>
                </a:lnTo>
                <a:cubicBezTo>
                  <a:pt x="188" y="6609"/>
                  <a:pt x="1" y="7183"/>
                  <a:pt x="339" y="7509"/>
                </a:cubicBezTo>
                <a:lnTo>
                  <a:pt x="4672" y="11685"/>
                </a:lnTo>
                <a:lnTo>
                  <a:pt x="3648" y="17579"/>
                </a:lnTo>
                <a:cubicBezTo>
                  <a:pt x="3584" y="17947"/>
                  <a:pt x="3875" y="18245"/>
                  <a:pt x="4207" y="18245"/>
                </a:cubicBezTo>
                <a:cubicBezTo>
                  <a:pt x="4293" y="18245"/>
                  <a:pt x="4383" y="18225"/>
                  <a:pt x="4470" y="18180"/>
                </a:cubicBezTo>
                <a:lnTo>
                  <a:pt x="9829" y="15393"/>
                </a:lnTo>
                <a:lnTo>
                  <a:pt x="15189" y="18180"/>
                </a:lnTo>
                <a:cubicBezTo>
                  <a:pt x="15275" y="18225"/>
                  <a:pt x="15365" y="18245"/>
                  <a:pt x="15452" y="18245"/>
                </a:cubicBezTo>
                <a:cubicBezTo>
                  <a:pt x="15782" y="18245"/>
                  <a:pt x="16072" y="17948"/>
                  <a:pt x="16007" y="17582"/>
                </a:cubicBezTo>
                <a:lnTo>
                  <a:pt x="14986" y="11685"/>
                </a:lnTo>
                <a:lnTo>
                  <a:pt x="19316" y="7512"/>
                </a:lnTo>
                <a:cubicBezTo>
                  <a:pt x="19655" y="7183"/>
                  <a:pt x="19470" y="6609"/>
                  <a:pt x="19005" y="6543"/>
                </a:cubicBezTo>
                <a:lnTo>
                  <a:pt x="13015" y="5682"/>
                </a:lnTo>
                <a:lnTo>
                  <a:pt x="10333" y="313"/>
                </a:lnTo>
                <a:cubicBezTo>
                  <a:pt x="10229" y="105"/>
                  <a:pt x="10029" y="1"/>
                  <a:pt x="982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306" name="Google Shape;306;p32"/>
          <p:cNvSpPr/>
          <p:nvPr/>
        </p:nvSpPr>
        <p:spPr>
          <a:xfrm rot="5400000">
            <a:off x="4471075" y="498225"/>
            <a:ext cx="201900" cy="89070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grpSp>
        <p:nvGrpSpPr>
          <p:cNvPr id="281" name="Google Shape;281;p31"/>
          <p:cNvGrpSpPr/>
          <p:nvPr/>
        </p:nvGrpSpPr>
        <p:grpSpPr>
          <a:xfrm>
            <a:off x="40721" y="191441"/>
            <a:ext cx="8907050" cy="4467225"/>
            <a:chOff x="118475" y="585450"/>
            <a:chExt cx="8907050" cy="4467225"/>
          </a:xfrm>
        </p:grpSpPr>
        <p:sp>
          <p:nvSpPr>
            <p:cNvPr id="282" name="Google Shape;282;p31"/>
            <p:cNvSpPr/>
            <p:nvPr/>
          </p:nvSpPr>
          <p:spPr>
            <a:xfrm>
              <a:off x="118475" y="585450"/>
              <a:ext cx="5192400" cy="14916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sp>
          <p:nvSpPr>
            <p:cNvPr id="283" name="Google Shape;283;p31"/>
            <p:cNvSpPr/>
            <p:nvPr/>
          </p:nvSpPr>
          <p:spPr>
            <a:xfrm rot="5400000">
              <a:off x="4471075" y="498225"/>
              <a:ext cx="201900" cy="8907000"/>
            </a:xfrm>
            <a:prstGeom prst="roundRect">
              <a:avLst>
                <a:gd name="adj" fmla="val 50000"/>
              </a:avLst>
            </a:prstGeom>
            <a:no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Funnel Sans"/>
                <a:ea typeface="Funnel Sans"/>
                <a:cs typeface="Funnel Sans"/>
                <a:sym typeface="Funnel Sans"/>
              </a:endParaRPr>
            </a:p>
          </p:txBody>
        </p:sp>
      </p:grpSp>
      <p:sp>
        <p:nvSpPr>
          <p:cNvPr id="284" name="Google Shape;284;p31"/>
          <p:cNvSpPr txBox="1">
            <a:spLocks noGrp="1"/>
          </p:cNvSpPr>
          <p:nvPr>
            <p:ph type="title"/>
          </p:nvPr>
        </p:nvSpPr>
        <p:spPr>
          <a:xfrm>
            <a:off x="228600" y="631902"/>
            <a:ext cx="4728600" cy="752463"/>
          </a:xfrm>
          <a:prstGeom prst="rect">
            <a:avLst/>
          </a:prstGeom>
        </p:spPr>
        <p:txBody>
          <a:bodyPr spcFirstLastPara="1" wrap="square" lIns="91425" tIns="91425" rIns="91425" bIns="91425" anchor="b" anchorCtr="0">
            <a:noAutofit/>
          </a:bodyPr>
          <a:lstStyle/>
          <a:p>
            <a:pPr lvl="0"/>
            <a:r>
              <a:rPr lang="en-US" dirty="0"/>
              <a:t>GROUP DISCUSSION</a:t>
            </a:r>
            <a:endParaRPr dirty="0"/>
          </a:p>
        </p:txBody>
      </p:sp>
      <p:sp>
        <p:nvSpPr>
          <p:cNvPr id="285" name="Google Shape;285;p31"/>
          <p:cNvSpPr txBox="1">
            <a:spLocks noGrp="1"/>
          </p:cNvSpPr>
          <p:nvPr>
            <p:ph type="subTitle" idx="1"/>
          </p:nvPr>
        </p:nvSpPr>
        <p:spPr>
          <a:xfrm>
            <a:off x="228600" y="2167298"/>
            <a:ext cx="4033800" cy="2586324"/>
          </a:xfrm>
          <a:prstGeom prst="rect">
            <a:avLst/>
          </a:prstGeom>
        </p:spPr>
        <p:txBody>
          <a:bodyPr spcFirstLastPara="1" wrap="square" lIns="91425" tIns="91425" rIns="91425" bIns="91425" anchor="b" anchorCtr="0">
            <a:noAutofit/>
          </a:bodyPr>
          <a:lstStyle/>
          <a:p>
            <a:pPr marL="139700" indent="0">
              <a:buNone/>
            </a:pPr>
            <a:r>
              <a:rPr lang="en-US" sz="1100" b="1" dirty="0"/>
              <a:t>Vanesa </a:t>
            </a:r>
            <a:r>
              <a:rPr lang="en-US" sz="1100" b="1" dirty="0" err="1"/>
              <a:t>Erindi</a:t>
            </a:r>
            <a:endParaRPr lang="en-US" sz="1100" dirty="0"/>
          </a:p>
          <a:p>
            <a:pPr marL="139700" indent="0">
              <a:buNone/>
            </a:pPr>
            <a:r>
              <a:rPr lang="en-US" sz="1100" b="1" dirty="0"/>
              <a:t>Method:</a:t>
            </a:r>
            <a:r>
              <a:rPr lang="en-US" sz="1100" dirty="0"/>
              <a:t> </a:t>
            </a:r>
            <a:r>
              <a:rPr lang="en-US" sz="1100" dirty="0" err="1"/>
              <a:t>Inventory.updateStockLevel</a:t>
            </a:r>
            <a:endParaRPr lang="en-US" sz="1100" dirty="0"/>
          </a:p>
          <a:p>
            <a:pPr marL="139700" indent="0">
              <a:buNone/>
            </a:pPr>
            <a:r>
              <a:rPr lang="en-US" sz="1100" dirty="0"/>
              <a:t>• </a:t>
            </a:r>
            <a:r>
              <a:rPr lang="en-US" sz="1100" b="1" dirty="0"/>
              <a:t>Boundary Value Testing:</a:t>
            </a:r>
            <a:r>
              <a:rPr lang="en-US" sz="1100" dirty="0"/>
              <a:t> Verifies system behavior at minimum, maximum, and edge stock values to prevent underflow or overflow errors</a:t>
            </a:r>
            <a:br>
              <a:rPr lang="en-US" sz="1100" dirty="0"/>
            </a:br>
            <a:r>
              <a:rPr lang="en-US" sz="1100" dirty="0"/>
              <a:t>• </a:t>
            </a:r>
            <a:r>
              <a:rPr lang="en-US" sz="1100" b="1" dirty="0"/>
              <a:t>Equivalence Class Testing:</a:t>
            </a:r>
            <a:r>
              <a:rPr lang="en-US" sz="1100" dirty="0"/>
              <a:t> Groups valid and invalid stock inputs to efficiently test different inventory scenarios</a:t>
            </a:r>
            <a:br>
              <a:rPr lang="en-US" sz="1100" dirty="0"/>
            </a:br>
            <a:r>
              <a:rPr lang="en-US" sz="1100" dirty="0"/>
              <a:t>• </a:t>
            </a:r>
            <a:r>
              <a:rPr lang="en-US" sz="1100" b="1" dirty="0"/>
              <a:t>Code Coverage &amp; MC/DC:</a:t>
            </a:r>
            <a:r>
              <a:rPr lang="en-US" sz="1100" dirty="0"/>
              <a:t> Ensures all statements, branches, and decision conditions are fully tested for logical correctness</a:t>
            </a:r>
            <a:br>
              <a:rPr lang="en-US" sz="1100" dirty="0"/>
            </a:br>
            <a:r>
              <a:rPr lang="en-US" sz="1100" dirty="0"/>
              <a:t>• </a:t>
            </a:r>
            <a:r>
              <a:rPr lang="en-US" sz="1100" b="1" dirty="0"/>
              <a:t>Test Class:</a:t>
            </a:r>
            <a:r>
              <a:rPr lang="en-US" sz="1100" dirty="0"/>
              <a:t> InventoryTest.java is used to implement and execute test cases, validating accurate stock updates and system reliability</a:t>
            </a:r>
          </a:p>
          <a:p>
            <a:pPr marL="0" lvl="0" indent="0" algn="l" rtl="0">
              <a:spcBef>
                <a:spcPts val="0"/>
              </a:spcBef>
              <a:spcAft>
                <a:spcPts val="0"/>
              </a:spcAft>
              <a:buNone/>
            </a:pPr>
            <a:endParaRPr dirty="0"/>
          </a:p>
        </p:txBody>
      </p:sp>
      <p:pic>
        <p:nvPicPr>
          <p:cNvPr id="5" name="Picture Placeholder 4">
            <a:extLst>
              <a:ext uri="{FF2B5EF4-FFF2-40B4-BE49-F238E27FC236}">
                <a16:creationId xmlns:a16="http://schemas.microsoft.com/office/drawing/2014/main" id="{D1E238BF-8649-00A0-06C6-D782F6567754}"/>
              </a:ext>
            </a:extLst>
          </p:cNvPr>
          <p:cNvPicPr>
            <a:picLocks noGrp="1" noChangeAspect="1"/>
          </p:cNvPicPr>
          <p:nvPr>
            <p:ph type="pic" idx="2"/>
          </p:nvPr>
        </p:nvPicPr>
        <p:blipFill>
          <a:blip r:embed="rId3"/>
          <a:srcRect l="27407" r="27407"/>
          <a:stretch>
            <a:fillRect/>
          </a:stretch>
        </p:blip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ED44B-7279-8F81-8028-D6AEAABC0A12}"/>
              </a:ext>
            </a:extLst>
          </p:cNvPr>
          <p:cNvSpPr>
            <a:spLocks noGrp="1"/>
          </p:cNvSpPr>
          <p:nvPr>
            <p:ph type="title"/>
          </p:nvPr>
        </p:nvSpPr>
        <p:spPr/>
        <p:txBody>
          <a:bodyPr/>
          <a:lstStyle/>
          <a:p>
            <a:r>
              <a:rPr lang="en-US" dirty="0"/>
              <a:t>GROUP DISCUSSION</a:t>
            </a:r>
          </a:p>
        </p:txBody>
      </p:sp>
      <p:sp>
        <p:nvSpPr>
          <p:cNvPr id="3" name="Subtitle 2">
            <a:extLst>
              <a:ext uri="{FF2B5EF4-FFF2-40B4-BE49-F238E27FC236}">
                <a16:creationId xmlns:a16="http://schemas.microsoft.com/office/drawing/2014/main" id="{4341CC90-46BD-C1AD-9C55-64DB4C87AB9F}"/>
              </a:ext>
            </a:extLst>
          </p:cNvPr>
          <p:cNvSpPr>
            <a:spLocks noGrp="1"/>
          </p:cNvSpPr>
          <p:nvPr>
            <p:ph type="subTitle" idx="1"/>
          </p:nvPr>
        </p:nvSpPr>
        <p:spPr/>
        <p:txBody>
          <a:bodyPr/>
          <a:lstStyle/>
          <a:p>
            <a:r>
              <a:rPr lang="en-US" dirty="0"/>
              <a:t>Vanesa </a:t>
            </a:r>
            <a:r>
              <a:rPr lang="en-US" dirty="0" err="1"/>
              <a:t>Erindi</a:t>
            </a:r>
            <a:r>
              <a:rPr lang="en-US" dirty="0"/>
              <a:t> was responsible for the inventory-related functionality of the system, focusing on the Inventory, Item, and Supplier classes. She performed testing analysis on the </a:t>
            </a:r>
            <a:r>
              <a:rPr lang="en-US" dirty="0" err="1"/>
              <a:t>updateStockLevel</a:t>
            </a:r>
            <a:r>
              <a:rPr lang="en-US" dirty="0"/>
              <a:t>() method from the Inventory class, applying Boundary Value Testing, Equivalence Class Testing, and full code coverage analysis, including statement, branch, condition, and MC/DC coverage.</a:t>
            </a:r>
          </a:p>
          <a:p>
            <a:r>
              <a:rPr lang="en-US" dirty="0"/>
              <a:t>Her unit testing focused on inventory management logic and stock updates, while integration testing validated interactions between inventory, items, and suppliers. At the system level, she tested the inventory management workflow. Static testing was briefly applied to inventory-related classes, and all work was documented and committed to GitHub.</a:t>
            </a:r>
          </a:p>
          <a:p>
            <a:endParaRPr lang="en-US" dirty="0"/>
          </a:p>
        </p:txBody>
      </p:sp>
    </p:spTree>
    <p:extLst>
      <p:ext uri="{BB962C8B-B14F-4D97-AF65-F5344CB8AC3E}">
        <p14:creationId xmlns:p14="http://schemas.microsoft.com/office/powerpoint/2010/main" val="1650994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4A8E3-F846-46F7-8C29-C3249395011B}"/>
              </a:ext>
            </a:extLst>
          </p:cNvPr>
          <p:cNvSpPr>
            <a:spLocks noGrp="1"/>
          </p:cNvSpPr>
          <p:nvPr>
            <p:ph type="title"/>
          </p:nvPr>
        </p:nvSpPr>
        <p:spPr/>
        <p:txBody>
          <a:bodyPr/>
          <a:lstStyle/>
          <a:p>
            <a:r>
              <a:rPr lang="en-US" dirty="0"/>
              <a:t>GROUP DISCUSSION</a:t>
            </a:r>
          </a:p>
        </p:txBody>
      </p:sp>
      <p:sp>
        <p:nvSpPr>
          <p:cNvPr id="3" name="Subtitle 2">
            <a:extLst>
              <a:ext uri="{FF2B5EF4-FFF2-40B4-BE49-F238E27FC236}">
                <a16:creationId xmlns:a16="http://schemas.microsoft.com/office/drawing/2014/main" id="{8FE7DA77-A457-5160-96FA-793CFB50CFE9}"/>
              </a:ext>
            </a:extLst>
          </p:cNvPr>
          <p:cNvSpPr>
            <a:spLocks noGrp="1"/>
          </p:cNvSpPr>
          <p:nvPr>
            <p:ph type="subTitle" idx="1"/>
          </p:nvPr>
        </p:nvSpPr>
        <p:spPr/>
        <p:txBody>
          <a:bodyPr/>
          <a:lstStyle/>
          <a:p>
            <a:r>
              <a:rPr lang="en-US" b="1" dirty="0"/>
              <a:t>Lea Lila</a:t>
            </a:r>
            <a:endParaRPr lang="en-US" dirty="0"/>
          </a:p>
          <a:p>
            <a:r>
              <a:rPr lang="en-US" b="1" dirty="0"/>
              <a:t>Method:</a:t>
            </a:r>
            <a:r>
              <a:rPr lang="en-US" dirty="0"/>
              <a:t> </a:t>
            </a:r>
            <a:r>
              <a:rPr lang="en-US" dirty="0" err="1"/>
              <a:t>Item.setSellingPrice</a:t>
            </a:r>
            <a:endParaRPr lang="en-US" dirty="0"/>
          </a:p>
          <a:p>
            <a:r>
              <a:rPr lang="en-US" dirty="0"/>
              <a:t>• </a:t>
            </a:r>
            <a:r>
              <a:rPr lang="en-US" b="1" dirty="0"/>
              <a:t>Boundary Value Testing:</a:t>
            </a:r>
            <a:r>
              <a:rPr lang="en-US" dirty="0"/>
              <a:t> Tests minimum, maximum, and edge price values to ensure the system handles price limits correctly</a:t>
            </a:r>
            <a:br>
              <a:rPr lang="en-US" dirty="0"/>
            </a:br>
            <a:r>
              <a:rPr lang="en-US" dirty="0"/>
              <a:t>• </a:t>
            </a:r>
            <a:r>
              <a:rPr lang="en-US" b="1" dirty="0"/>
              <a:t>Equivalence Class Testing:</a:t>
            </a:r>
            <a:r>
              <a:rPr lang="en-US" dirty="0"/>
              <a:t> Categorizes valid and invalid price inputs to efficiently verify pricing rules</a:t>
            </a:r>
            <a:br>
              <a:rPr lang="en-US" dirty="0"/>
            </a:br>
            <a:r>
              <a:rPr lang="en-US" dirty="0"/>
              <a:t>• </a:t>
            </a:r>
            <a:r>
              <a:rPr lang="en-US" b="1" dirty="0"/>
              <a:t>Code Coverage &amp; MC/DC:</a:t>
            </a:r>
            <a:r>
              <a:rPr lang="en-US" dirty="0"/>
              <a:t> Confirms all statements, branches, and decision conditions are executed and logically correct</a:t>
            </a:r>
            <a:br>
              <a:rPr lang="en-US" dirty="0"/>
            </a:br>
            <a:r>
              <a:rPr lang="en-US" dirty="0"/>
              <a:t>• </a:t>
            </a:r>
            <a:r>
              <a:rPr lang="en-US" b="1" dirty="0"/>
              <a:t>Test Class:</a:t>
            </a:r>
            <a:r>
              <a:rPr lang="en-US" dirty="0"/>
              <a:t> ItemTest.java is used to implement test cases, ensuring accurate price updates and preventing pricing errors</a:t>
            </a:r>
          </a:p>
          <a:p>
            <a:endParaRPr lang="en-US" dirty="0"/>
          </a:p>
        </p:txBody>
      </p:sp>
    </p:spTree>
    <p:extLst>
      <p:ext uri="{BB962C8B-B14F-4D97-AF65-F5344CB8AC3E}">
        <p14:creationId xmlns:p14="http://schemas.microsoft.com/office/powerpoint/2010/main" val="4731425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E3A96-804A-FC16-34CB-306737A6C332}"/>
              </a:ext>
            </a:extLst>
          </p:cNvPr>
          <p:cNvSpPr>
            <a:spLocks noGrp="1"/>
          </p:cNvSpPr>
          <p:nvPr>
            <p:ph type="title"/>
          </p:nvPr>
        </p:nvSpPr>
        <p:spPr/>
        <p:txBody>
          <a:bodyPr/>
          <a:lstStyle/>
          <a:p>
            <a:r>
              <a:rPr lang="en-US" dirty="0"/>
              <a:t>GROUP DISCUSSION</a:t>
            </a:r>
          </a:p>
        </p:txBody>
      </p:sp>
      <p:sp>
        <p:nvSpPr>
          <p:cNvPr id="3" name="Subtitle 2">
            <a:extLst>
              <a:ext uri="{FF2B5EF4-FFF2-40B4-BE49-F238E27FC236}">
                <a16:creationId xmlns:a16="http://schemas.microsoft.com/office/drawing/2014/main" id="{43FDF877-F7C0-7AB3-589A-2887838BA789}"/>
              </a:ext>
            </a:extLst>
          </p:cNvPr>
          <p:cNvSpPr>
            <a:spLocks noGrp="1"/>
          </p:cNvSpPr>
          <p:nvPr>
            <p:ph type="subTitle" idx="1"/>
          </p:nvPr>
        </p:nvSpPr>
        <p:spPr/>
        <p:txBody>
          <a:bodyPr/>
          <a:lstStyle/>
          <a:p>
            <a:r>
              <a:rPr lang="en-US" dirty="0"/>
              <a:t>Lea Lila was responsible for billing and pricing functionality, working mainly with the Item, Bill, </a:t>
            </a:r>
            <a:r>
              <a:rPr lang="en-US" dirty="0" err="1"/>
              <a:t>BillItem</a:t>
            </a:r>
            <a:r>
              <a:rPr lang="en-US" dirty="0"/>
              <a:t>, and </a:t>
            </a:r>
            <a:r>
              <a:rPr lang="en-US" dirty="0" err="1"/>
              <a:t>BillManager</a:t>
            </a:r>
            <a:r>
              <a:rPr lang="en-US" dirty="0"/>
              <a:t> classes. She conducted testing analysis on the </a:t>
            </a:r>
            <a:r>
              <a:rPr lang="en-US" dirty="0" err="1"/>
              <a:t>setSellingPrice</a:t>
            </a:r>
            <a:r>
              <a:rPr lang="en-US" dirty="0"/>
              <a:t>() method, performing Boundary Value Testing, Equivalence Class Testing, and full code coverage analysis, including MC/DC.</a:t>
            </a:r>
          </a:p>
          <a:p>
            <a:r>
              <a:rPr lang="en-US" dirty="0"/>
              <a:t>Her unit tests covered pricing logic, bill creation, and total calculations, while integration testing verified the interaction between items, bills, and inventory. At the system level, she validated the complete checkout and billing workflow. Static testing was briefly used to support code quality evaluation, and all work was documented and tracked through GitHub.</a:t>
            </a:r>
          </a:p>
          <a:p>
            <a:endParaRPr lang="en-US" dirty="0"/>
          </a:p>
        </p:txBody>
      </p:sp>
    </p:spTree>
    <p:extLst>
      <p:ext uri="{BB962C8B-B14F-4D97-AF65-F5344CB8AC3E}">
        <p14:creationId xmlns:p14="http://schemas.microsoft.com/office/powerpoint/2010/main" val="3408255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D58E1-179C-D747-3D20-D899B5383E25}"/>
              </a:ext>
            </a:extLst>
          </p:cNvPr>
          <p:cNvSpPr>
            <a:spLocks noGrp="1"/>
          </p:cNvSpPr>
          <p:nvPr>
            <p:ph type="title"/>
          </p:nvPr>
        </p:nvSpPr>
        <p:spPr/>
        <p:txBody>
          <a:bodyPr/>
          <a:lstStyle/>
          <a:p>
            <a:r>
              <a:rPr lang="en-US" dirty="0"/>
              <a:t>GROUP DISCUSSION</a:t>
            </a:r>
          </a:p>
        </p:txBody>
      </p:sp>
      <p:sp>
        <p:nvSpPr>
          <p:cNvPr id="3" name="Subtitle 2">
            <a:extLst>
              <a:ext uri="{FF2B5EF4-FFF2-40B4-BE49-F238E27FC236}">
                <a16:creationId xmlns:a16="http://schemas.microsoft.com/office/drawing/2014/main" id="{5BDC6260-ACF8-693E-BB1D-D48FCB55C271}"/>
              </a:ext>
            </a:extLst>
          </p:cNvPr>
          <p:cNvSpPr>
            <a:spLocks noGrp="1"/>
          </p:cNvSpPr>
          <p:nvPr>
            <p:ph type="subTitle" idx="1"/>
          </p:nvPr>
        </p:nvSpPr>
        <p:spPr/>
        <p:txBody>
          <a:bodyPr/>
          <a:lstStyle/>
          <a:p>
            <a:r>
              <a:rPr lang="en-US" b="1" dirty="0"/>
              <a:t>Natalia Simaku</a:t>
            </a:r>
            <a:endParaRPr lang="en-US" dirty="0"/>
          </a:p>
          <a:p>
            <a:r>
              <a:rPr lang="en-US" b="1" dirty="0"/>
              <a:t>Method:</a:t>
            </a:r>
            <a:r>
              <a:rPr lang="en-US" dirty="0"/>
              <a:t> </a:t>
            </a:r>
            <a:r>
              <a:rPr lang="en-US" dirty="0" err="1"/>
              <a:t>Inventory.getLowStockItems</a:t>
            </a:r>
            <a:endParaRPr lang="en-US" dirty="0"/>
          </a:p>
          <a:p>
            <a:r>
              <a:rPr lang="en-US" dirty="0"/>
              <a:t>•</a:t>
            </a:r>
            <a:r>
              <a:rPr lang="en-US" b="1" dirty="0"/>
              <a:t>Boundary Value Testing:</a:t>
            </a:r>
            <a:r>
              <a:rPr lang="en-US" dirty="0"/>
              <a:t> Checks threshold limits for low stock values to ensure items are correctly identified at edge conditions</a:t>
            </a:r>
            <a:br>
              <a:rPr lang="en-US" dirty="0"/>
            </a:br>
            <a:r>
              <a:rPr lang="en-US" dirty="0"/>
              <a:t>• </a:t>
            </a:r>
            <a:r>
              <a:rPr lang="en-US" b="1" dirty="0"/>
              <a:t>Equivalence Class Testing:</a:t>
            </a:r>
            <a:r>
              <a:rPr lang="en-US" dirty="0"/>
              <a:t> Groups inventory levels into low, normal, and sufficient stock categories for efficient testing</a:t>
            </a:r>
            <a:br>
              <a:rPr lang="en-US" dirty="0"/>
            </a:br>
            <a:r>
              <a:rPr lang="en-US" dirty="0"/>
              <a:t>• </a:t>
            </a:r>
            <a:r>
              <a:rPr lang="en-US" b="1" dirty="0"/>
              <a:t>Code Coverage &amp; MC/DC:</a:t>
            </a:r>
            <a:r>
              <a:rPr lang="en-US" dirty="0"/>
              <a:t> Ensures all logical conditions and decision paths are fully tested for accurate low-stock detection</a:t>
            </a:r>
            <a:br>
              <a:rPr lang="en-US" dirty="0"/>
            </a:br>
            <a:r>
              <a:rPr lang="en-US" dirty="0"/>
              <a:t>• </a:t>
            </a:r>
            <a:r>
              <a:rPr lang="en-US" b="1" dirty="0"/>
              <a:t>Test Class:</a:t>
            </a:r>
            <a:r>
              <a:rPr lang="en-US" dirty="0"/>
              <a:t> InventoryLowStockTest.java is used to validate correct retrieval of low-stock items and system reliability</a:t>
            </a:r>
          </a:p>
          <a:p>
            <a:endParaRPr lang="en-US" dirty="0"/>
          </a:p>
        </p:txBody>
      </p:sp>
    </p:spTree>
    <p:extLst>
      <p:ext uri="{BB962C8B-B14F-4D97-AF65-F5344CB8AC3E}">
        <p14:creationId xmlns:p14="http://schemas.microsoft.com/office/powerpoint/2010/main" val="2855023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420E1-E1B8-4712-DBF2-2065F1167454}"/>
              </a:ext>
            </a:extLst>
          </p:cNvPr>
          <p:cNvSpPr>
            <a:spLocks noGrp="1"/>
          </p:cNvSpPr>
          <p:nvPr>
            <p:ph type="title"/>
          </p:nvPr>
        </p:nvSpPr>
        <p:spPr/>
        <p:txBody>
          <a:bodyPr/>
          <a:lstStyle/>
          <a:p>
            <a:r>
              <a:rPr lang="en-US" dirty="0"/>
              <a:t>GROUP DISCUSSION</a:t>
            </a:r>
          </a:p>
        </p:txBody>
      </p:sp>
      <p:sp>
        <p:nvSpPr>
          <p:cNvPr id="3" name="Subtitle 2">
            <a:extLst>
              <a:ext uri="{FF2B5EF4-FFF2-40B4-BE49-F238E27FC236}">
                <a16:creationId xmlns:a16="http://schemas.microsoft.com/office/drawing/2014/main" id="{00D69B2B-E758-756D-BAFA-07AEDEF16EB6}"/>
              </a:ext>
            </a:extLst>
          </p:cNvPr>
          <p:cNvSpPr>
            <a:spLocks noGrp="1"/>
          </p:cNvSpPr>
          <p:nvPr>
            <p:ph type="subTitle" idx="1"/>
          </p:nvPr>
        </p:nvSpPr>
        <p:spPr/>
        <p:txBody>
          <a:bodyPr/>
          <a:lstStyle/>
          <a:p>
            <a:r>
              <a:rPr lang="en-US" dirty="0"/>
              <a:t>Natalia Simaku focused on system control, user management, and reporting functionality. She performed testing analysis on the </a:t>
            </a:r>
            <a:r>
              <a:rPr lang="en-US" dirty="0" err="1"/>
              <a:t>getBillsWithinDateRange</a:t>
            </a:r>
            <a:r>
              <a:rPr lang="en-US" dirty="0"/>
              <a:t>() method from the </a:t>
            </a:r>
            <a:r>
              <a:rPr lang="en-US" dirty="0" err="1"/>
              <a:t>BillManager</a:t>
            </a:r>
            <a:r>
              <a:rPr lang="en-US" dirty="0"/>
              <a:t> class, applying Boundary Value Testing, Decision Table or Equivalence Class analysis, and full code coverage analysis, including MC/DC.</a:t>
            </a:r>
          </a:p>
          <a:p>
            <a:r>
              <a:rPr lang="en-US" dirty="0"/>
              <a:t>Her unit testing addressed user management, data persistence, and controller logic. Integration testing focused on interactions between controllers and model classes, while system testing validated end-to-end scenarios such as user login and reporting. Static testing was minimally applied, and all activities were fully documented and committed.</a:t>
            </a:r>
          </a:p>
          <a:p>
            <a:endParaRPr lang="en-US" dirty="0"/>
          </a:p>
        </p:txBody>
      </p:sp>
    </p:spTree>
    <p:extLst>
      <p:ext uri="{BB962C8B-B14F-4D97-AF65-F5344CB8AC3E}">
        <p14:creationId xmlns:p14="http://schemas.microsoft.com/office/powerpoint/2010/main" val="7284378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56DCD2-F4CE-0C32-1B53-A86066B7D622}"/>
              </a:ext>
            </a:extLst>
          </p:cNvPr>
          <p:cNvSpPr>
            <a:spLocks noGrp="1"/>
          </p:cNvSpPr>
          <p:nvPr>
            <p:ph type="title"/>
          </p:nvPr>
        </p:nvSpPr>
        <p:spPr>
          <a:xfrm>
            <a:off x="228599" y="601950"/>
            <a:ext cx="8476785" cy="624684"/>
          </a:xfrm>
        </p:spPr>
        <p:txBody>
          <a:bodyPr/>
          <a:lstStyle/>
          <a:p>
            <a:r>
              <a:rPr lang="en-US" dirty="0"/>
              <a:t>KNOWLEDGE CHECK</a:t>
            </a:r>
          </a:p>
        </p:txBody>
      </p:sp>
      <p:sp>
        <p:nvSpPr>
          <p:cNvPr id="4" name="Subtitle 3">
            <a:extLst>
              <a:ext uri="{FF2B5EF4-FFF2-40B4-BE49-F238E27FC236}">
                <a16:creationId xmlns:a16="http://schemas.microsoft.com/office/drawing/2014/main" id="{A3E89B6F-AB04-550F-3537-D66E359C33D9}"/>
              </a:ext>
            </a:extLst>
          </p:cNvPr>
          <p:cNvSpPr>
            <a:spLocks noGrp="1"/>
          </p:cNvSpPr>
          <p:nvPr>
            <p:ph type="subTitle" idx="1"/>
          </p:nvPr>
        </p:nvSpPr>
        <p:spPr>
          <a:xfrm>
            <a:off x="228600" y="1457093"/>
            <a:ext cx="4033800" cy="2594517"/>
          </a:xfrm>
          <a:ln>
            <a:solidFill>
              <a:schemeClr val="accent1"/>
            </a:solidFill>
          </a:ln>
        </p:spPr>
        <p:txBody>
          <a:bodyPr/>
          <a:lstStyle/>
          <a:p>
            <a:r>
              <a:rPr lang="en-US" sz="1800" dirty="0"/>
              <a:t>• All critical methods were tested</a:t>
            </a:r>
            <a:br>
              <a:rPr lang="en-US" sz="1800" dirty="0"/>
            </a:br>
            <a:r>
              <a:rPr lang="en-US" sz="1800" dirty="0"/>
              <a:t>• 100% statement and branch coverage achieved</a:t>
            </a:r>
            <a:br>
              <a:rPr lang="en-US" sz="1800" dirty="0"/>
            </a:br>
            <a:r>
              <a:rPr lang="en-US" sz="1800" dirty="0"/>
              <a:t>• MC/DC demonstrated on decision logic</a:t>
            </a:r>
            <a:br>
              <a:rPr lang="en-US" sz="1800" dirty="0"/>
            </a:br>
            <a:r>
              <a:rPr lang="en-US" sz="1800" dirty="0"/>
              <a:t>• Defects found in negative input validation</a:t>
            </a:r>
          </a:p>
        </p:txBody>
      </p:sp>
      <p:sp>
        <p:nvSpPr>
          <p:cNvPr id="6" name="TextBox 5">
            <a:extLst>
              <a:ext uri="{FF2B5EF4-FFF2-40B4-BE49-F238E27FC236}">
                <a16:creationId xmlns:a16="http://schemas.microsoft.com/office/drawing/2014/main" id="{12E7861B-86F7-F33B-3EF4-E59BF951D4DB}"/>
              </a:ext>
            </a:extLst>
          </p:cNvPr>
          <p:cNvSpPr txBox="1"/>
          <p:nvPr/>
        </p:nvSpPr>
        <p:spPr>
          <a:xfrm>
            <a:off x="4466991" y="1457093"/>
            <a:ext cx="3947532" cy="1754326"/>
          </a:xfrm>
          <a:prstGeom prst="rect">
            <a:avLst/>
          </a:prstGeom>
          <a:noFill/>
          <a:ln>
            <a:solidFill>
              <a:schemeClr val="accent1"/>
            </a:solidFill>
          </a:ln>
        </p:spPr>
        <p:txBody>
          <a:bodyPr wrap="square" rtlCol="0">
            <a:spAutoFit/>
          </a:bodyPr>
          <a:lstStyle/>
          <a:p>
            <a:r>
              <a:rPr lang="en-US" sz="1800" dirty="0">
                <a:solidFill>
                  <a:schemeClr val="tx1"/>
                </a:solidFill>
              </a:rPr>
              <a:t>Each team member independently analyzed a different method.</a:t>
            </a:r>
            <a:br>
              <a:rPr lang="en-US" sz="1800" dirty="0">
                <a:solidFill>
                  <a:schemeClr val="tx1"/>
                </a:solidFill>
              </a:rPr>
            </a:br>
            <a:r>
              <a:rPr lang="en-US" sz="1800" dirty="0">
                <a:solidFill>
                  <a:schemeClr val="tx1"/>
                </a:solidFill>
              </a:rPr>
              <a:t>Testing techniques were applied correctly and documented clearly.</a:t>
            </a:r>
            <a:br>
              <a:rPr lang="en-US" sz="1800" dirty="0">
                <a:solidFill>
                  <a:schemeClr val="tx1"/>
                </a:solidFill>
              </a:rPr>
            </a:br>
            <a:r>
              <a:rPr lang="en-US" sz="1800" dirty="0">
                <a:solidFill>
                  <a:schemeClr val="tx1"/>
                </a:solidFill>
              </a:rPr>
              <a:t>The collaboration ensured full testing coverage of the system.</a:t>
            </a:r>
          </a:p>
        </p:txBody>
      </p:sp>
    </p:spTree>
    <p:extLst>
      <p:ext uri="{BB962C8B-B14F-4D97-AF65-F5344CB8AC3E}">
        <p14:creationId xmlns:p14="http://schemas.microsoft.com/office/powerpoint/2010/main" val="2802594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8EE804F-A95C-BC3C-FD3C-C5783613D635}"/>
              </a:ext>
            </a:extLst>
          </p:cNvPr>
          <p:cNvPicPr>
            <a:picLocks noChangeAspect="1"/>
          </p:cNvPicPr>
          <p:nvPr/>
        </p:nvPicPr>
        <p:blipFill>
          <a:blip r:embed="rId2"/>
          <a:stretch>
            <a:fillRect/>
          </a:stretch>
        </p:blipFill>
        <p:spPr>
          <a:xfrm>
            <a:off x="0" y="0"/>
            <a:ext cx="9144000" cy="5143500"/>
          </a:xfrm>
          <a:prstGeom prst="rect">
            <a:avLst/>
          </a:prstGeom>
        </p:spPr>
      </p:pic>
      <p:sp>
        <p:nvSpPr>
          <p:cNvPr id="11" name="TextBox 10">
            <a:extLst>
              <a:ext uri="{FF2B5EF4-FFF2-40B4-BE49-F238E27FC236}">
                <a16:creationId xmlns:a16="http://schemas.microsoft.com/office/drawing/2014/main" id="{C01D705D-C2E4-947D-BB85-EDDAF5E7F659}"/>
              </a:ext>
            </a:extLst>
          </p:cNvPr>
          <p:cNvSpPr txBox="1"/>
          <p:nvPr/>
        </p:nvSpPr>
        <p:spPr>
          <a:xfrm>
            <a:off x="4572000" y="1843668"/>
            <a:ext cx="5084956" cy="923330"/>
          </a:xfrm>
          <a:prstGeom prst="rect">
            <a:avLst/>
          </a:prstGeom>
          <a:noFill/>
        </p:spPr>
        <p:txBody>
          <a:bodyPr wrap="square" rtlCol="0">
            <a:spAutoFit/>
          </a:bodyPr>
          <a:lstStyle/>
          <a:p>
            <a:r>
              <a:rPr lang="en-US" sz="5400" b="1" dirty="0">
                <a:solidFill>
                  <a:schemeClr val="bg2"/>
                </a:solidFill>
              </a:rPr>
              <a:t>THANK YOU!</a:t>
            </a:r>
          </a:p>
        </p:txBody>
      </p:sp>
    </p:spTree>
    <p:extLst>
      <p:ext uri="{BB962C8B-B14F-4D97-AF65-F5344CB8AC3E}">
        <p14:creationId xmlns:p14="http://schemas.microsoft.com/office/powerpoint/2010/main" val="1123909014"/>
      </p:ext>
    </p:extLst>
  </p:cSld>
  <p:clrMapOvr>
    <a:masterClrMapping/>
  </p:clrMapOvr>
</p:sld>
</file>

<file path=ppt/theme/theme1.xml><?xml version="1.0" encoding="utf-8"?>
<a:theme xmlns:a="http://schemas.openxmlformats.org/drawingml/2006/main" name="Computer Architecture by Slidesgo">
  <a:themeElements>
    <a:clrScheme name="Simple Light">
      <a:dk1>
        <a:srgbClr val="FFFFFF"/>
      </a:dk1>
      <a:lt1>
        <a:srgbClr val="0E0E0E"/>
      </a:lt1>
      <a:dk2>
        <a:srgbClr val="FFFFFF"/>
      </a:dk2>
      <a:lt2>
        <a:srgbClr val="222222"/>
      </a:lt2>
      <a:accent1>
        <a:srgbClr val="D9D9D9"/>
      </a:accent1>
      <a:accent2>
        <a:srgbClr val="00FFA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995</Words>
  <Application>Microsoft Office PowerPoint</Application>
  <PresentationFormat>On-screen Show (16:9)</PresentationFormat>
  <Paragraphs>66</Paragraphs>
  <Slides>13</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Funnel Sans</vt:lpstr>
      <vt:lpstr>Manrope</vt:lpstr>
      <vt:lpstr>Funnel Sans Light</vt:lpstr>
      <vt:lpstr>DM Sans</vt:lpstr>
      <vt:lpstr>Arial</vt:lpstr>
      <vt:lpstr>Open Sans</vt:lpstr>
      <vt:lpstr>Roboto Condensed Light</vt:lpstr>
      <vt:lpstr>Lato</vt:lpstr>
      <vt:lpstr>Raleway</vt:lpstr>
      <vt:lpstr>Computer Architecture by Slidesgo</vt:lpstr>
      <vt:lpstr>SOFTWARE TESTING PROJECT</vt:lpstr>
      <vt:lpstr>TABLE OF CONTENTS</vt:lpstr>
      <vt:lpstr>THEORY LESSON</vt:lpstr>
      <vt:lpstr>FEATURES OF THE TOPIC</vt:lpstr>
      <vt:lpstr>PRACTICAL EXERCISE</vt:lpstr>
      <vt:lpstr>GROUP DISCUSSION</vt:lpstr>
      <vt:lpstr>GROUP DISCUSSION</vt:lpstr>
      <vt:lpstr>GROUP DISCUSSION</vt:lpstr>
      <vt:lpstr>GROUP DISCUSSION</vt:lpstr>
      <vt:lpstr>GROUP DISCUSSION</vt:lpstr>
      <vt:lpstr>GROUP DISCUSSION</vt:lpstr>
      <vt:lpstr>KNOWLEDGE CHECK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Lea Lila</cp:lastModifiedBy>
  <cp:revision>29</cp:revision>
  <dcterms:modified xsi:type="dcterms:W3CDTF">2026-01-20T08:53:33Z</dcterms:modified>
</cp:coreProperties>
</file>